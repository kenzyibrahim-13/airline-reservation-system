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8288000" cy="10287000"/>
  <p:notesSz cx="6858000" cy="9144000"/>
  <p:embeddedFontLst>
    <p:embeddedFont>
      <p:font typeface="IBM Plex Mono" charset="1" panose="020B0509050203000203"/>
      <p:regular r:id="rId45"/>
    </p:embeddedFont>
    <p:embeddedFont>
      <p:font typeface="League Spartan" charset="1" panose="00000800000000000000"/>
      <p:regular r:id="rId46"/>
    </p:embeddedFont>
    <p:embeddedFont>
      <p:font typeface="IBM Plex Mono Bold" charset="1" panose="020B0809050203000203"/>
      <p:regular r:id="rId47"/>
    </p:embeddedFont>
    <p:embeddedFont>
      <p:font typeface="Roboto" charset="1" panose="02000000000000000000"/>
      <p:regular r:id="rId48"/>
    </p:embeddedFont>
    <p:embeddedFont>
      <p:font typeface="Roboto Bold" charset="1" panose="020000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2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7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13" Target="../media/image38.png" Type="http://schemas.openxmlformats.org/officeDocument/2006/relationships/image"/><Relationship Id="rId14" Target="https://drive.google.com/drive/folders/1P3YCZdAE_9JypVkUHfl-80hy2Ycfh4ni?usp=sharing" TargetMode="External" Type="http://schemas.openxmlformats.org/officeDocument/2006/relationships/hyperlink"/><Relationship Id="rId2" Target="https://drive.google.com/drive/folders/1P3YCZdAE_9JypVkUHfl-80hy2Ycfh4ni?usp=sharing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43746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04587" y="1676103"/>
            <a:ext cx="3245342" cy="770632"/>
            <a:chOff x="0" y="0"/>
            <a:chExt cx="854740" cy="202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4740" cy="202965"/>
            </a:xfrm>
            <a:custGeom>
              <a:avLst/>
              <a:gdLst/>
              <a:ahLst/>
              <a:cxnLst/>
              <a:rect r="r" b="b" t="t" l="l"/>
              <a:pathLst>
                <a:path h="202965" w="854740">
                  <a:moveTo>
                    <a:pt x="0" y="0"/>
                  </a:moveTo>
                  <a:lnTo>
                    <a:pt x="854740" y="0"/>
                  </a:lnTo>
                  <a:lnTo>
                    <a:pt x="854740" y="202965"/>
                  </a:lnTo>
                  <a:lnTo>
                    <a:pt x="0" y="2029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854740" cy="269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LET’S TRAVEL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3878673" y="5430053"/>
            <a:ext cx="983116" cy="5407139"/>
          </a:xfrm>
          <a:custGeom>
            <a:avLst/>
            <a:gdLst/>
            <a:ahLst/>
            <a:cxnLst/>
            <a:rect r="r" b="b" t="t" l="l"/>
            <a:pathLst>
              <a:path h="5407139" w="983116">
                <a:moveTo>
                  <a:pt x="0" y="0"/>
                </a:moveTo>
                <a:lnTo>
                  <a:pt x="983116" y="0"/>
                </a:lnTo>
                <a:lnTo>
                  <a:pt x="983116" y="5407139"/>
                </a:lnTo>
                <a:lnTo>
                  <a:pt x="0" y="5407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38057" y="7494885"/>
            <a:ext cx="2838641" cy="1130295"/>
          </a:xfrm>
          <a:custGeom>
            <a:avLst/>
            <a:gdLst/>
            <a:ahLst/>
            <a:cxnLst/>
            <a:rect r="r" b="b" t="t" l="l"/>
            <a:pathLst>
              <a:path h="1130295" w="2838641">
                <a:moveTo>
                  <a:pt x="0" y="0"/>
                </a:moveTo>
                <a:lnTo>
                  <a:pt x="2838641" y="0"/>
                </a:lnTo>
                <a:lnTo>
                  <a:pt x="2838641" y="1130295"/>
                </a:lnTo>
                <a:lnTo>
                  <a:pt x="0" y="11302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2204587" y="5315747"/>
            <a:ext cx="1261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04587" y="2871599"/>
            <a:ext cx="12327126" cy="228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5"/>
              </a:lnSpc>
            </a:pPr>
            <a:r>
              <a:rPr lang="en-US" sz="774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AIRLINE RESERVATION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81205" y="5668172"/>
            <a:ext cx="5668367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AHMED MOHAMED: 24-101481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46379" y="6132357"/>
            <a:ext cx="4959846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JANA AHMED: 24-101145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81205" y="6596542"/>
            <a:ext cx="5432227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AHMED HESHAM: 24-101531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85313" y="5668172"/>
            <a:ext cx="5432227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LILA MOSTAFA: 24-101455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85313" y="6132357"/>
            <a:ext cx="5904607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MARIAM MAHMOUD: 24-101348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85313" y="6596542"/>
            <a:ext cx="6613327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KENZY ELBOROLLOSY: 24-101524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4218144" y="5796656"/>
            <a:ext cx="983116" cy="5407139"/>
          </a:xfrm>
          <a:custGeom>
            <a:avLst/>
            <a:gdLst/>
            <a:ahLst/>
            <a:cxnLst/>
            <a:rect r="r" b="b" t="t" l="l"/>
            <a:pathLst>
              <a:path h="5407139" w="983116">
                <a:moveTo>
                  <a:pt x="0" y="0"/>
                </a:moveTo>
                <a:lnTo>
                  <a:pt x="983116" y="0"/>
                </a:lnTo>
                <a:lnTo>
                  <a:pt x="983116" y="5407138"/>
                </a:lnTo>
                <a:lnTo>
                  <a:pt x="0" y="5407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06133" y="1461200"/>
            <a:ext cx="2838641" cy="1130295"/>
          </a:xfrm>
          <a:custGeom>
            <a:avLst/>
            <a:gdLst/>
            <a:ahLst/>
            <a:cxnLst/>
            <a:rect r="r" b="b" t="t" l="l"/>
            <a:pathLst>
              <a:path h="1130295" w="2838641">
                <a:moveTo>
                  <a:pt x="0" y="0"/>
                </a:moveTo>
                <a:lnTo>
                  <a:pt x="2838641" y="0"/>
                </a:lnTo>
                <a:lnTo>
                  <a:pt x="2838641" y="1130295"/>
                </a:lnTo>
                <a:lnTo>
                  <a:pt x="0" y="11302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2006133" y="3973710"/>
            <a:ext cx="620710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006133" y="2848813"/>
            <a:ext cx="8325775" cy="1143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5"/>
              </a:lnSpc>
            </a:pPr>
            <a:r>
              <a:rPr lang="en-US" sz="774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CONTRIBUTION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56760" y="4173735"/>
            <a:ext cx="3306812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AHMED MOHAMED: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GUI/BRIDGE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38694" y="5305425"/>
            <a:ext cx="3542943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JANA AHMED: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ADMIN CLASS/UML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3279" y="6623708"/>
            <a:ext cx="6849963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AHMED HESHAM: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FILE HANDLING/MAIN/AUTHSYSTEM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98403" y="4069715"/>
            <a:ext cx="8826929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LILA MOSTAFA: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USER CLASS/SYSTEM MANAGER CLASS/UML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43372" y="5616598"/>
            <a:ext cx="6613327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MARIAM MAHMOUD: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PASSENGER CLASS/PRESENTATION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98403" y="6899933"/>
            <a:ext cx="9529708" cy="215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KENZY ELBOROLLOSY: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FLIGHT/LUGGAGES/TICKET/SUPERADMIN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USERFACTORY/DEBUGGING/MAIN/TESTING/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COMMENTS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21856" y="4196699"/>
            <a:ext cx="4207460" cy="770632"/>
            <a:chOff x="0" y="0"/>
            <a:chExt cx="1108138" cy="202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8137" cy="202965"/>
            </a:xfrm>
            <a:custGeom>
              <a:avLst/>
              <a:gdLst/>
              <a:ahLst/>
              <a:cxnLst/>
              <a:rect r="r" b="b" t="t" l="l"/>
              <a:pathLst>
                <a:path h="202965" w="1108137">
                  <a:moveTo>
                    <a:pt x="0" y="0"/>
                  </a:moveTo>
                  <a:lnTo>
                    <a:pt x="1108137" y="0"/>
                  </a:lnTo>
                  <a:lnTo>
                    <a:pt x="1108137" y="202965"/>
                  </a:lnTo>
                  <a:lnTo>
                    <a:pt x="0" y="2029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08138" cy="250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WHAT DOES IT DO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33506" y="1717788"/>
            <a:ext cx="10999608" cy="110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4"/>
              </a:lnSpc>
            </a:pPr>
            <a:r>
              <a:rPr lang="en-US" sz="744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3506" y="3018474"/>
            <a:ext cx="12808912" cy="82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AIRLINE RESERVATION SYSTEM IS A CONSOLE-BASED OBJECT-ORIENTED DATA MANAGEMENT SYSTEM DEVELOPED IN C++.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321431" y="4196699"/>
            <a:ext cx="4019568" cy="770632"/>
            <a:chOff x="0" y="0"/>
            <a:chExt cx="1058652" cy="2029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8652" cy="202965"/>
            </a:xfrm>
            <a:custGeom>
              <a:avLst/>
              <a:gdLst/>
              <a:ahLst/>
              <a:cxnLst/>
              <a:rect r="r" b="b" t="t" l="l"/>
              <a:pathLst>
                <a:path h="202965" w="1058652">
                  <a:moveTo>
                    <a:pt x="0" y="0"/>
                  </a:moveTo>
                  <a:lnTo>
                    <a:pt x="1058652" y="0"/>
                  </a:lnTo>
                  <a:lnTo>
                    <a:pt x="1058652" y="202965"/>
                  </a:lnTo>
                  <a:lnTo>
                    <a:pt x="0" y="2029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58652" cy="250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WHO USES IT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33113" y="4196699"/>
            <a:ext cx="4019568" cy="770632"/>
            <a:chOff x="0" y="0"/>
            <a:chExt cx="1058652" cy="2029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8652" cy="202965"/>
            </a:xfrm>
            <a:custGeom>
              <a:avLst/>
              <a:gdLst/>
              <a:ahLst/>
              <a:cxnLst/>
              <a:rect r="r" b="b" t="t" l="l"/>
              <a:pathLst>
                <a:path h="202965" w="1058652">
                  <a:moveTo>
                    <a:pt x="0" y="0"/>
                  </a:moveTo>
                  <a:lnTo>
                    <a:pt x="1058652" y="0"/>
                  </a:lnTo>
                  <a:lnTo>
                    <a:pt x="1058652" y="202965"/>
                  </a:lnTo>
                  <a:lnTo>
                    <a:pt x="0" y="2029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58652" cy="250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DATA PRESISTENCE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886816" y="5162638"/>
            <a:ext cx="4142500" cy="3953845"/>
            <a:chOff x="0" y="0"/>
            <a:chExt cx="1091029" cy="10413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1029" cy="1041342"/>
            </a:xfrm>
            <a:custGeom>
              <a:avLst/>
              <a:gdLst/>
              <a:ahLst/>
              <a:cxnLst/>
              <a:rect r="r" b="b" t="t" l="l"/>
              <a:pathLst>
                <a:path h="1041342" w="1091029">
                  <a:moveTo>
                    <a:pt x="54198" y="0"/>
                  </a:moveTo>
                  <a:lnTo>
                    <a:pt x="1036831" y="0"/>
                  </a:lnTo>
                  <a:cubicBezTo>
                    <a:pt x="1066763" y="0"/>
                    <a:pt x="1091029" y="24265"/>
                    <a:pt x="1091029" y="54198"/>
                  </a:cubicBezTo>
                  <a:lnTo>
                    <a:pt x="1091029" y="987144"/>
                  </a:lnTo>
                  <a:cubicBezTo>
                    <a:pt x="1091029" y="1017077"/>
                    <a:pt x="1066763" y="1041342"/>
                    <a:pt x="1036831" y="1041342"/>
                  </a:cubicBezTo>
                  <a:lnTo>
                    <a:pt x="54198" y="1041342"/>
                  </a:lnTo>
                  <a:cubicBezTo>
                    <a:pt x="24265" y="1041342"/>
                    <a:pt x="0" y="1017077"/>
                    <a:pt x="0" y="987144"/>
                  </a:cubicBezTo>
                  <a:lnTo>
                    <a:pt x="0" y="54198"/>
                  </a:lnTo>
                  <a:cubicBezTo>
                    <a:pt x="0" y="24265"/>
                    <a:pt x="24265" y="0"/>
                    <a:pt x="54198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091029" cy="1098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 fully console-based airline reservation platform where passengers can </a:t>
              </a:r>
              <a:r>
                <a:rPr lang="en-US" b="true" sz="26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register, </a:t>
              </a:r>
              <a:r>
                <a:rPr lang="en-US" sz="26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log in</a:t>
              </a:r>
              <a:r>
                <a:rPr lang="en-US" b="true" sz="26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, browse flights, book seats,</a:t>
              </a:r>
              <a:r>
                <a:rPr lang="en-US" sz="26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manage luggage</a:t>
              </a:r>
              <a:r>
                <a:rPr lang="en-US" b="true" sz="26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,</a:t>
              </a:r>
              <a:r>
                <a:rPr lang="en-US" sz="26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and </a:t>
              </a:r>
              <a:r>
                <a:rPr lang="en-US" b="true" sz="26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cancel tickets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259965" y="5167356"/>
            <a:ext cx="4142500" cy="3953845"/>
            <a:chOff x="0" y="0"/>
            <a:chExt cx="1091029" cy="10413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1029" cy="1041342"/>
            </a:xfrm>
            <a:custGeom>
              <a:avLst/>
              <a:gdLst/>
              <a:ahLst/>
              <a:cxnLst/>
              <a:rect r="r" b="b" t="t" l="l"/>
              <a:pathLst>
                <a:path h="1041342" w="1091029">
                  <a:moveTo>
                    <a:pt x="54198" y="0"/>
                  </a:moveTo>
                  <a:lnTo>
                    <a:pt x="1036831" y="0"/>
                  </a:lnTo>
                  <a:cubicBezTo>
                    <a:pt x="1066763" y="0"/>
                    <a:pt x="1091029" y="24265"/>
                    <a:pt x="1091029" y="54198"/>
                  </a:cubicBezTo>
                  <a:lnTo>
                    <a:pt x="1091029" y="987144"/>
                  </a:lnTo>
                  <a:cubicBezTo>
                    <a:pt x="1091029" y="1017077"/>
                    <a:pt x="1066763" y="1041342"/>
                    <a:pt x="1036831" y="1041342"/>
                  </a:cubicBezTo>
                  <a:lnTo>
                    <a:pt x="54198" y="1041342"/>
                  </a:lnTo>
                  <a:cubicBezTo>
                    <a:pt x="24265" y="1041342"/>
                    <a:pt x="0" y="1017077"/>
                    <a:pt x="0" y="987144"/>
                  </a:cubicBezTo>
                  <a:lnTo>
                    <a:pt x="0" y="54198"/>
                  </a:lnTo>
                  <a:cubicBezTo>
                    <a:pt x="0" y="24265"/>
                    <a:pt x="24265" y="0"/>
                    <a:pt x="54198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1091029" cy="1117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Three user roles:</a:t>
              </a:r>
              <a:r>
                <a:rPr lang="en-US" sz="27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Passenger, Admin, and SuperAdmin — each with distinct permissions and a dedicated menu.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259965" y="5200738"/>
            <a:ext cx="4142500" cy="3915745"/>
            <a:chOff x="0" y="0"/>
            <a:chExt cx="1091029" cy="10313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1029" cy="1031307"/>
            </a:xfrm>
            <a:custGeom>
              <a:avLst/>
              <a:gdLst/>
              <a:ahLst/>
              <a:cxnLst/>
              <a:rect r="r" b="b" t="t" l="l"/>
              <a:pathLst>
                <a:path h="1031307" w="1091029">
                  <a:moveTo>
                    <a:pt x="31771" y="0"/>
                  </a:moveTo>
                  <a:lnTo>
                    <a:pt x="1059257" y="0"/>
                  </a:lnTo>
                  <a:cubicBezTo>
                    <a:pt x="1076804" y="0"/>
                    <a:pt x="1091029" y="14224"/>
                    <a:pt x="1091029" y="31771"/>
                  </a:cubicBezTo>
                  <a:lnTo>
                    <a:pt x="1091029" y="999536"/>
                  </a:lnTo>
                  <a:cubicBezTo>
                    <a:pt x="1091029" y="1017083"/>
                    <a:pt x="1076804" y="1031307"/>
                    <a:pt x="1059257" y="1031307"/>
                  </a:cubicBezTo>
                  <a:lnTo>
                    <a:pt x="31771" y="1031307"/>
                  </a:lnTo>
                  <a:cubicBezTo>
                    <a:pt x="14224" y="1031307"/>
                    <a:pt x="0" y="1017083"/>
                    <a:pt x="0" y="999536"/>
                  </a:cubicBezTo>
                  <a:lnTo>
                    <a:pt x="0" y="31771"/>
                  </a:lnTo>
                  <a:cubicBezTo>
                    <a:pt x="0" y="14224"/>
                    <a:pt x="14224" y="0"/>
                    <a:pt x="31771" y="0"/>
                  </a:cubicBez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091029" cy="1078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510182" y="5129256"/>
            <a:ext cx="4142500" cy="3953845"/>
            <a:chOff x="0" y="0"/>
            <a:chExt cx="1091029" cy="104134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1029" cy="1041342"/>
            </a:xfrm>
            <a:custGeom>
              <a:avLst/>
              <a:gdLst/>
              <a:ahLst/>
              <a:cxnLst/>
              <a:rect r="r" b="b" t="t" l="l"/>
              <a:pathLst>
                <a:path h="1041342" w="1091029">
                  <a:moveTo>
                    <a:pt x="54198" y="0"/>
                  </a:moveTo>
                  <a:lnTo>
                    <a:pt x="1036831" y="0"/>
                  </a:lnTo>
                  <a:cubicBezTo>
                    <a:pt x="1066763" y="0"/>
                    <a:pt x="1091029" y="24265"/>
                    <a:pt x="1091029" y="54198"/>
                  </a:cubicBezTo>
                  <a:lnTo>
                    <a:pt x="1091029" y="987144"/>
                  </a:lnTo>
                  <a:cubicBezTo>
                    <a:pt x="1091029" y="1017077"/>
                    <a:pt x="1066763" y="1041342"/>
                    <a:pt x="1036831" y="1041342"/>
                  </a:cubicBezTo>
                  <a:lnTo>
                    <a:pt x="54198" y="1041342"/>
                  </a:lnTo>
                  <a:cubicBezTo>
                    <a:pt x="24265" y="1041342"/>
                    <a:pt x="0" y="1017077"/>
                    <a:pt x="0" y="987144"/>
                  </a:cubicBezTo>
                  <a:lnTo>
                    <a:pt x="0" y="54198"/>
                  </a:lnTo>
                  <a:cubicBezTo>
                    <a:pt x="0" y="24265"/>
                    <a:pt x="24265" y="0"/>
                    <a:pt x="54198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1091029" cy="1117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</a:t>
              </a:r>
              <a:r>
                <a:rPr lang="en-US" sz="27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data is saved to and loaded from </a:t>
              </a:r>
              <a:r>
                <a:rPr lang="en-US" sz="27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CSV files</a:t>
              </a:r>
              <a:r>
                <a:rPr lang="en-US" sz="27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via FileManager, so the system state survives program restarts.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86816" y="5148306"/>
            <a:ext cx="4142500" cy="3915745"/>
            <a:chOff x="0" y="0"/>
            <a:chExt cx="1091029" cy="103130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1029" cy="1031307"/>
            </a:xfrm>
            <a:custGeom>
              <a:avLst/>
              <a:gdLst/>
              <a:ahLst/>
              <a:cxnLst/>
              <a:rect r="r" b="b" t="t" l="l"/>
              <a:pathLst>
                <a:path h="1031307" w="1091029">
                  <a:moveTo>
                    <a:pt x="31771" y="0"/>
                  </a:moveTo>
                  <a:lnTo>
                    <a:pt x="1059257" y="0"/>
                  </a:lnTo>
                  <a:cubicBezTo>
                    <a:pt x="1076804" y="0"/>
                    <a:pt x="1091029" y="14224"/>
                    <a:pt x="1091029" y="31771"/>
                  </a:cubicBezTo>
                  <a:lnTo>
                    <a:pt x="1091029" y="999536"/>
                  </a:lnTo>
                  <a:cubicBezTo>
                    <a:pt x="1091029" y="1017083"/>
                    <a:pt x="1076804" y="1031307"/>
                    <a:pt x="1059257" y="1031307"/>
                  </a:cubicBezTo>
                  <a:lnTo>
                    <a:pt x="31771" y="1031307"/>
                  </a:lnTo>
                  <a:cubicBezTo>
                    <a:pt x="14224" y="1031307"/>
                    <a:pt x="0" y="1017083"/>
                    <a:pt x="0" y="999536"/>
                  </a:cubicBezTo>
                  <a:lnTo>
                    <a:pt x="0" y="31771"/>
                  </a:lnTo>
                  <a:cubicBezTo>
                    <a:pt x="0" y="14224"/>
                    <a:pt x="14224" y="0"/>
                    <a:pt x="31771" y="0"/>
                  </a:cubicBez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91029" cy="1078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510182" y="5169760"/>
            <a:ext cx="4142500" cy="3939602"/>
            <a:chOff x="0" y="0"/>
            <a:chExt cx="1091029" cy="10375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1029" cy="1037591"/>
            </a:xfrm>
            <a:custGeom>
              <a:avLst/>
              <a:gdLst/>
              <a:ahLst/>
              <a:cxnLst/>
              <a:rect r="r" b="b" t="t" l="l"/>
              <a:pathLst>
                <a:path h="1037591" w="1091029">
                  <a:moveTo>
                    <a:pt x="31771" y="0"/>
                  </a:moveTo>
                  <a:lnTo>
                    <a:pt x="1059257" y="0"/>
                  </a:lnTo>
                  <a:cubicBezTo>
                    <a:pt x="1076804" y="0"/>
                    <a:pt x="1091029" y="14224"/>
                    <a:pt x="1091029" y="31771"/>
                  </a:cubicBezTo>
                  <a:lnTo>
                    <a:pt x="1091029" y="1005819"/>
                  </a:lnTo>
                  <a:cubicBezTo>
                    <a:pt x="1091029" y="1023366"/>
                    <a:pt x="1076804" y="1037591"/>
                    <a:pt x="1059257" y="1037591"/>
                  </a:cubicBezTo>
                  <a:lnTo>
                    <a:pt x="31771" y="1037591"/>
                  </a:lnTo>
                  <a:cubicBezTo>
                    <a:pt x="14224" y="1037591"/>
                    <a:pt x="0" y="1023366"/>
                    <a:pt x="0" y="1005819"/>
                  </a:cubicBezTo>
                  <a:lnTo>
                    <a:pt x="0" y="31771"/>
                  </a:lnTo>
                  <a:cubicBezTo>
                    <a:pt x="0" y="14224"/>
                    <a:pt x="14224" y="0"/>
                    <a:pt x="31771" y="0"/>
                  </a:cubicBez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91029" cy="1085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5187" y="1339958"/>
            <a:ext cx="10058306" cy="1722253"/>
            <a:chOff x="0" y="0"/>
            <a:chExt cx="2649101" cy="453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49101" cy="453598"/>
            </a:xfrm>
            <a:custGeom>
              <a:avLst/>
              <a:gdLst/>
              <a:ahLst/>
              <a:cxnLst/>
              <a:rect r="r" b="b" t="t" l="l"/>
              <a:pathLst>
                <a:path h="453598" w="2649101">
                  <a:moveTo>
                    <a:pt x="0" y="0"/>
                  </a:moveTo>
                  <a:lnTo>
                    <a:pt x="2649101" y="0"/>
                  </a:lnTo>
                  <a:lnTo>
                    <a:pt x="2649101" y="453598"/>
                  </a:lnTo>
                  <a:lnTo>
                    <a:pt x="0" y="45359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649101" cy="558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99"/>
                </a:lnSpc>
              </a:pPr>
              <a:r>
                <a:rPr lang="en-US" sz="5999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PROJECT OBJECTIVES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4506017" y="5505767"/>
            <a:ext cx="983116" cy="5407139"/>
          </a:xfrm>
          <a:custGeom>
            <a:avLst/>
            <a:gdLst/>
            <a:ahLst/>
            <a:cxnLst/>
            <a:rect r="r" b="b" t="t" l="l"/>
            <a:pathLst>
              <a:path h="5407139" w="983116">
                <a:moveTo>
                  <a:pt x="0" y="0"/>
                </a:moveTo>
                <a:lnTo>
                  <a:pt x="983116" y="0"/>
                </a:lnTo>
                <a:lnTo>
                  <a:pt x="983116" y="5407139"/>
                </a:lnTo>
                <a:lnTo>
                  <a:pt x="0" y="5407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91047" y="7550822"/>
            <a:ext cx="2838641" cy="1130295"/>
          </a:xfrm>
          <a:custGeom>
            <a:avLst/>
            <a:gdLst/>
            <a:ahLst/>
            <a:cxnLst/>
            <a:rect r="r" b="b" t="t" l="l"/>
            <a:pathLst>
              <a:path h="1130295" w="2838641">
                <a:moveTo>
                  <a:pt x="0" y="0"/>
                </a:moveTo>
                <a:lnTo>
                  <a:pt x="2838641" y="0"/>
                </a:lnTo>
                <a:lnTo>
                  <a:pt x="2838641" y="1130295"/>
                </a:lnTo>
                <a:lnTo>
                  <a:pt x="0" y="11302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902886" y="4103421"/>
            <a:ext cx="1261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902886" y="3278556"/>
            <a:ext cx="5169317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02886" y="4532046"/>
            <a:ext cx="14482228" cy="297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5" indent="-323852" lvl="1">
              <a:lnSpc>
                <a:spcPts val="1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BUILD A REAL-WORLD AIRLINE RESERVATION SYSTEM</a:t>
            </a:r>
          </a:p>
          <a:p>
            <a:pPr algn="l">
              <a:lnSpc>
                <a:spcPts val="3510"/>
              </a:lnSpc>
            </a:pPr>
          </a:p>
          <a:p>
            <a:pPr algn="l" marL="647705" indent="-323852" lvl="1">
              <a:lnSpc>
                <a:spcPts val="1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Apply </a:t>
            </a:r>
            <a:r>
              <a:rPr lang="en-US" sz="3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OBJECT-ORIENTED PROGRAMMING CONCEPTS</a:t>
            </a:r>
          </a:p>
          <a:p>
            <a:pPr algn="l">
              <a:lnSpc>
                <a:spcPts val="3510"/>
              </a:lnSpc>
            </a:pPr>
          </a:p>
          <a:p>
            <a:pPr algn="l" marL="647705" indent="-323852" lvl="1">
              <a:lnSpc>
                <a:spcPts val="1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USE DESIGN PATTERNS FOR BETTER ARCHITECTURE</a:t>
            </a:r>
          </a:p>
          <a:p>
            <a:pPr algn="l">
              <a:lnSpc>
                <a:spcPts val="3510"/>
              </a:lnSpc>
            </a:pPr>
          </a:p>
          <a:p>
            <a:pPr algn="l" marL="647705" indent="-323852" lvl="1">
              <a:lnSpc>
                <a:spcPts val="1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IMPLEMENT FILE HANDLING FOR PERSISTENT DATA</a:t>
            </a:r>
          </a:p>
          <a:p>
            <a:pPr algn="l">
              <a:lnSpc>
                <a:spcPts val="3510"/>
              </a:lnSpc>
            </a:pPr>
          </a:p>
          <a:p>
            <a:pPr algn="l" marL="647705" indent="-323852" lvl="1">
              <a:lnSpc>
                <a:spcPts val="1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CREATE MODULAR AND MAINTAINABLE CODE</a:t>
            </a:r>
          </a:p>
          <a:p>
            <a:pPr algn="l">
              <a:lnSpc>
                <a:spcPts val="2691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363212" y="2565862"/>
            <a:ext cx="970777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593227" y="1581530"/>
            <a:ext cx="10234872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sz="5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FUNCTIONALITY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63174" y="3198592"/>
            <a:ext cx="7338473" cy="5874462"/>
            <a:chOff x="0" y="0"/>
            <a:chExt cx="1932766" cy="15471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32767" cy="1547183"/>
            </a:xfrm>
            <a:custGeom>
              <a:avLst/>
              <a:gdLst/>
              <a:ahLst/>
              <a:cxnLst/>
              <a:rect r="r" b="b" t="t" l="l"/>
              <a:pathLst>
                <a:path h="1547183" w="1932767">
                  <a:moveTo>
                    <a:pt x="17935" y="0"/>
                  </a:moveTo>
                  <a:lnTo>
                    <a:pt x="1914832" y="0"/>
                  </a:lnTo>
                  <a:cubicBezTo>
                    <a:pt x="1924737" y="0"/>
                    <a:pt x="1932767" y="8030"/>
                    <a:pt x="1932767" y="17935"/>
                  </a:cubicBezTo>
                  <a:lnTo>
                    <a:pt x="1932767" y="1529249"/>
                  </a:lnTo>
                  <a:cubicBezTo>
                    <a:pt x="1932767" y="1534005"/>
                    <a:pt x="1930877" y="1538567"/>
                    <a:pt x="1927514" y="1541931"/>
                  </a:cubicBezTo>
                  <a:cubicBezTo>
                    <a:pt x="1924150" y="1545294"/>
                    <a:pt x="1919588" y="1547183"/>
                    <a:pt x="1914832" y="1547183"/>
                  </a:cubicBezTo>
                  <a:lnTo>
                    <a:pt x="17935" y="1547183"/>
                  </a:lnTo>
                  <a:cubicBezTo>
                    <a:pt x="13178" y="1547183"/>
                    <a:pt x="8616" y="1545294"/>
                    <a:pt x="5253" y="1541931"/>
                  </a:cubicBezTo>
                  <a:cubicBezTo>
                    <a:pt x="1890" y="1538567"/>
                    <a:pt x="0" y="1534005"/>
                    <a:pt x="0" y="1529249"/>
                  </a:cubicBezTo>
                  <a:lnTo>
                    <a:pt x="0" y="17935"/>
                  </a:lnTo>
                  <a:cubicBezTo>
                    <a:pt x="0" y="13178"/>
                    <a:pt x="1890" y="8616"/>
                    <a:pt x="5253" y="5253"/>
                  </a:cubicBezTo>
                  <a:cubicBezTo>
                    <a:pt x="8616" y="1890"/>
                    <a:pt x="13178" y="0"/>
                    <a:pt x="17935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32766" cy="1585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93227" y="3325549"/>
            <a:ext cx="6890018" cy="563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b="true" sz="2909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FUNCTIONAL:</a:t>
            </a:r>
          </a:p>
          <a:p>
            <a:pPr algn="l" marL="541788" indent="-270894" lvl="1">
              <a:lnSpc>
                <a:spcPts val="2936"/>
              </a:lnSpc>
              <a:buFont typeface="Arial"/>
              <a:buChar char="•"/>
            </a:pPr>
            <a:r>
              <a:rPr lang="en-US" sz="250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PASSENGER SIGNUP, LOGIN, AND PROFILE </a:t>
            </a:r>
          </a:p>
          <a:p>
            <a:pPr algn="l" marL="541788" indent="-270894" lvl="1">
              <a:lnSpc>
                <a:spcPts val="2936"/>
              </a:lnSpc>
              <a:buFont typeface="Arial"/>
              <a:buChar char="•"/>
            </a:pPr>
            <a:r>
              <a:rPr lang="en-US" sz="250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BROWSE AND SEARCH AVAILABLE FLIGHTS</a:t>
            </a:r>
          </a:p>
          <a:p>
            <a:pPr algn="l" marL="541788" indent="-270894" lvl="1">
              <a:lnSpc>
                <a:spcPts val="2936"/>
              </a:lnSpc>
              <a:buFont typeface="Arial"/>
              <a:buChar char="•"/>
            </a:pPr>
            <a:r>
              <a:rPr lang="en-US" b="true" sz="2509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BOOK SEATS</a:t>
            </a:r>
            <a:r>
              <a:rPr lang="en-US" sz="250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(ECONOMY / BUSINESS CLASS)</a:t>
            </a:r>
          </a:p>
          <a:p>
            <a:pPr algn="l" marL="541788" indent="-270894" lvl="1">
              <a:lnSpc>
                <a:spcPts val="2936"/>
              </a:lnSpc>
              <a:buFont typeface="Arial"/>
              <a:buChar char="•"/>
            </a:pPr>
            <a:r>
              <a:rPr lang="en-US" sz="250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ADD CABIN &amp; CHECKED LUGGAGE PER TICKET CANCEL INDIVIDUAL TICKETS OR FULL FLIGHTS </a:t>
            </a:r>
          </a:p>
          <a:p>
            <a:pPr algn="l" marL="541788" indent="-270894" lvl="1">
              <a:lnSpc>
                <a:spcPts val="2936"/>
              </a:lnSpc>
              <a:buFont typeface="Arial"/>
              <a:buChar char="•"/>
            </a:pPr>
            <a:r>
              <a:rPr lang="en-US" b="true" sz="2509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ADMIN:</a:t>
            </a:r>
            <a:r>
              <a:rPr lang="en-US" sz="250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ADD/CANCEL FLIGHTS, EDIT PASSENGERS </a:t>
            </a:r>
          </a:p>
          <a:p>
            <a:pPr algn="l" marL="541788" indent="-270894" lvl="1">
              <a:lnSpc>
                <a:spcPts val="2936"/>
              </a:lnSpc>
              <a:buFont typeface="Arial"/>
              <a:buChar char="•"/>
            </a:pPr>
            <a:r>
              <a:rPr lang="en-US" b="true" sz="2509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SUPERADMIN:</a:t>
            </a:r>
            <a:r>
              <a:rPr lang="en-US" sz="250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MANAGE ADMINS, FACTORY RESET  SAVE &amp; LOAD ALL DATA VIA CSV FILES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15590" y="3198592"/>
            <a:ext cx="7338473" cy="5874462"/>
            <a:chOff x="0" y="0"/>
            <a:chExt cx="1932766" cy="15471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2767" cy="1547183"/>
            </a:xfrm>
            <a:custGeom>
              <a:avLst/>
              <a:gdLst/>
              <a:ahLst/>
              <a:cxnLst/>
              <a:rect r="r" b="b" t="t" l="l"/>
              <a:pathLst>
                <a:path h="1547183" w="1932767">
                  <a:moveTo>
                    <a:pt x="17935" y="0"/>
                  </a:moveTo>
                  <a:lnTo>
                    <a:pt x="1914832" y="0"/>
                  </a:lnTo>
                  <a:cubicBezTo>
                    <a:pt x="1924737" y="0"/>
                    <a:pt x="1932767" y="8030"/>
                    <a:pt x="1932767" y="17935"/>
                  </a:cubicBezTo>
                  <a:lnTo>
                    <a:pt x="1932767" y="1529249"/>
                  </a:lnTo>
                  <a:cubicBezTo>
                    <a:pt x="1932767" y="1534005"/>
                    <a:pt x="1930877" y="1538567"/>
                    <a:pt x="1927514" y="1541931"/>
                  </a:cubicBezTo>
                  <a:cubicBezTo>
                    <a:pt x="1924150" y="1545294"/>
                    <a:pt x="1919588" y="1547183"/>
                    <a:pt x="1914832" y="1547183"/>
                  </a:cubicBezTo>
                  <a:lnTo>
                    <a:pt x="17935" y="1547183"/>
                  </a:lnTo>
                  <a:cubicBezTo>
                    <a:pt x="13178" y="1547183"/>
                    <a:pt x="8616" y="1545294"/>
                    <a:pt x="5253" y="1541931"/>
                  </a:cubicBezTo>
                  <a:cubicBezTo>
                    <a:pt x="1890" y="1538567"/>
                    <a:pt x="0" y="1534005"/>
                    <a:pt x="0" y="1529249"/>
                  </a:cubicBezTo>
                  <a:lnTo>
                    <a:pt x="0" y="17935"/>
                  </a:lnTo>
                  <a:cubicBezTo>
                    <a:pt x="0" y="13178"/>
                    <a:pt x="1890" y="8616"/>
                    <a:pt x="5253" y="5253"/>
                  </a:cubicBezTo>
                  <a:cubicBezTo>
                    <a:pt x="8616" y="1890"/>
                    <a:pt x="13178" y="0"/>
                    <a:pt x="17935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2766" cy="1585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639817" y="3325549"/>
            <a:ext cx="6890018" cy="5382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b="true" sz="2909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 NON-FUNCTIONAL: </a:t>
            </a:r>
          </a:p>
          <a:p>
            <a:pPr algn="l" marL="563378" indent="-281689" lvl="1">
              <a:lnSpc>
                <a:spcPts val="3053"/>
              </a:lnSpc>
              <a:buFont typeface="Arial"/>
              <a:buChar char="•"/>
            </a:pPr>
            <a:r>
              <a:rPr lang="en-US" sz="260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ROLE-B</a:t>
            </a:r>
            <a:r>
              <a:rPr lang="en-US" sz="260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ASED ACCESS CONTROL </a:t>
            </a:r>
          </a:p>
          <a:p>
            <a:pPr algn="l">
              <a:lnSpc>
                <a:spcPts val="3053"/>
              </a:lnSpc>
            </a:pPr>
            <a:r>
              <a:rPr lang="en-US" sz="260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(3 LEVELS) </a:t>
            </a:r>
          </a:p>
          <a:p>
            <a:pPr algn="l" marL="563378" indent="-281689" lvl="1">
              <a:lnSpc>
                <a:spcPts val="3053"/>
              </a:lnSpc>
              <a:buFont typeface="Arial"/>
              <a:buChar char="•"/>
            </a:pPr>
            <a:r>
              <a:rPr lang="en-US" sz="260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PASSWORD PROTECTION FOR ALL ROLES </a:t>
            </a:r>
          </a:p>
          <a:p>
            <a:pPr algn="l" marL="563378" indent="-281689" lvl="1">
              <a:lnSpc>
                <a:spcPts val="3053"/>
              </a:lnSpc>
              <a:buFont typeface="Arial"/>
              <a:buChar char="•"/>
            </a:pPr>
            <a:r>
              <a:rPr lang="en-US" sz="260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MAX 3 LOGIN ATTEMPTS BEFORE LOCKOUT </a:t>
            </a:r>
          </a:p>
          <a:p>
            <a:pPr algn="l" marL="563378" indent="-281689" lvl="1">
              <a:lnSpc>
                <a:spcPts val="3053"/>
              </a:lnSpc>
              <a:buFont typeface="Arial"/>
              <a:buChar char="•"/>
            </a:pPr>
            <a:r>
              <a:rPr lang="en-US" sz="260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SEAT VALIDATION </a:t>
            </a:r>
          </a:p>
          <a:p>
            <a:pPr algn="l" marL="563378" indent="-281689" lvl="1">
              <a:lnSpc>
                <a:spcPts val="3053"/>
              </a:lnSpc>
              <a:buFont typeface="Arial"/>
              <a:buChar char="•"/>
            </a:pPr>
            <a:r>
              <a:rPr lang="en-US" sz="260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CASE-INSENSITIVE SEAT INPUT </a:t>
            </a:r>
          </a:p>
          <a:p>
            <a:pPr algn="l" marL="563378" indent="-281689" lvl="1">
              <a:lnSpc>
                <a:spcPts val="3053"/>
              </a:lnSpc>
              <a:buFont typeface="Arial"/>
              <a:buChar char="•"/>
            </a:pPr>
            <a:r>
              <a:rPr lang="en-US" sz="260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DUPLICATE ID DETECTION ON REGISTRATION </a:t>
            </a:r>
          </a:p>
          <a:p>
            <a:pPr algn="l" marL="563378" indent="-281689" lvl="1">
              <a:lnSpc>
                <a:spcPts val="3053"/>
              </a:lnSpc>
              <a:buFont typeface="Arial"/>
              <a:buChar char="•"/>
            </a:pPr>
            <a:r>
              <a:rPr lang="en-US" sz="260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MEMORY SAFETY (NO DANGLING POINTERS) </a:t>
            </a:r>
          </a:p>
          <a:p>
            <a:pPr algn="l" marL="563378" indent="-281689" lvl="1">
              <a:lnSpc>
                <a:spcPts val="3053"/>
              </a:lnSpc>
              <a:buFont typeface="Arial"/>
              <a:buChar char="•"/>
            </a:pPr>
            <a:r>
              <a:rPr lang="en-US" sz="260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ITERATOR-SAFE TICKET REMOVAL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63174" y="3198592"/>
            <a:ext cx="7338473" cy="5865460"/>
            <a:chOff x="0" y="0"/>
            <a:chExt cx="1932766" cy="15448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767" cy="1544812"/>
            </a:xfrm>
            <a:custGeom>
              <a:avLst/>
              <a:gdLst/>
              <a:ahLst/>
              <a:cxnLst/>
              <a:rect r="r" b="b" t="t" l="l"/>
              <a:pathLst>
                <a:path h="1544812" w="1932767">
                  <a:moveTo>
                    <a:pt x="17935" y="0"/>
                  </a:moveTo>
                  <a:lnTo>
                    <a:pt x="1914832" y="0"/>
                  </a:lnTo>
                  <a:cubicBezTo>
                    <a:pt x="1924737" y="0"/>
                    <a:pt x="1932767" y="8030"/>
                    <a:pt x="1932767" y="17935"/>
                  </a:cubicBezTo>
                  <a:lnTo>
                    <a:pt x="1932767" y="1526878"/>
                  </a:lnTo>
                  <a:cubicBezTo>
                    <a:pt x="1932767" y="1531634"/>
                    <a:pt x="1930877" y="1536196"/>
                    <a:pt x="1927514" y="1539560"/>
                  </a:cubicBezTo>
                  <a:cubicBezTo>
                    <a:pt x="1924150" y="1542923"/>
                    <a:pt x="1919588" y="1544812"/>
                    <a:pt x="1914832" y="1544812"/>
                  </a:cubicBezTo>
                  <a:lnTo>
                    <a:pt x="17935" y="1544812"/>
                  </a:lnTo>
                  <a:cubicBezTo>
                    <a:pt x="8030" y="1544812"/>
                    <a:pt x="0" y="1536783"/>
                    <a:pt x="0" y="1526878"/>
                  </a:cubicBezTo>
                  <a:lnTo>
                    <a:pt x="0" y="17935"/>
                  </a:lnTo>
                  <a:cubicBezTo>
                    <a:pt x="0" y="13178"/>
                    <a:pt x="1890" y="8616"/>
                    <a:pt x="5253" y="5253"/>
                  </a:cubicBezTo>
                  <a:cubicBezTo>
                    <a:pt x="8616" y="1890"/>
                    <a:pt x="13178" y="0"/>
                    <a:pt x="17935" y="0"/>
                  </a:cubicBez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932766" cy="1592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15590" y="3207594"/>
            <a:ext cx="7338473" cy="5865460"/>
            <a:chOff x="0" y="0"/>
            <a:chExt cx="1932766" cy="154481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2767" cy="1544812"/>
            </a:xfrm>
            <a:custGeom>
              <a:avLst/>
              <a:gdLst/>
              <a:ahLst/>
              <a:cxnLst/>
              <a:rect r="r" b="b" t="t" l="l"/>
              <a:pathLst>
                <a:path h="1544812" w="1932767">
                  <a:moveTo>
                    <a:pt x="17935" y="0"/>
                  </a:moveTo>
                  <a:lnTo>
                    <a:pt x="1914832" y="0"/>
                  </a:lnTo>
                  <a:cubicBezTo>
                    <a:pt x="1924737" y="0"/>
                    <a:pt x="1932767" y="8030"/>
                    <a:pt x="1932767" y="17935"/>
                  </a:cubicBezTo>
                  <a:lnTo>
                    <a:pt x="1932767" y="1526878"/>
                  </a:lnTo>
                  <a:cubicBezTo>
                    <a:pt x="1932767" y="1531634"/>
                    <a:pt x="1930877" y="1536196"/>
                    <a:pt x="1927514" y="1539560"/>
                  </a:cubicBezTo>
                  <a:cubicBezTo>
                    <a:pt x="1924150" y="1542923"/>
                    <a:pt x="1919588" y="1544812"/>
                    <a:pt x="1914832" y="1544812"/>
                  </a:cubicBezTo>
                  <a:lnTo>
                    <a:pt x="17935" y="1544812"/>
                  </a:lnTo>
                  <a:cubicBezTo>
                    <a:pt x="8030" y="1544812"/>
                    <a:pt x="0" y="1536783"/>
                    <a:pt x="0" y="1526878"/>
                  </a:cubicBezTo>
                  <a:lnTo>
                    <a:pt x="0" y="17935"/>
                  </a:lnTo>
                  <a:cubicBezTo>
                    <a:pt x="0" y="13178"/>
                    <a:pt x="1890" y="8616"/>
                    <a:pt x="5253" y="5253"/>
                  </a:cubicBezTo>
                  <a:cubicBezTo>
                    <a:pt x="8616" y="1890"/>
                    <a:pt x="13178" y="0"/>
                    <a:pt x="17935" y="0"/>
                  </a:cubicBez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932766" cy="1592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10784" y="1339958"/>
            <a:ext cx="9785775" cy="1392766"/>
            <a:chOff x="0" y="0"/>
            <a:chExt cx="2577324" cy="3668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77324" cy="366819"/>
            </a:xfrm>
            <a:custGeom>
              <a:avLst/>
              <a:gdLst/>
              <a:ahLst/>
              <a:cxnLst/>
              <a:rect r="r" b="b" t="t" l="l"/>
              <a:pathLst>
                <a:path h="366819" w="2577324">
                  <a:moveTo>
                    <a:pt x="0" y="0"/>
                  </a:moveTo>
                  <a:lnTo>
                    <a:pt x="2577324" y="0"/>
                  </a:lnTo>
                  <a:lnTo>
                    <a:pt x="2577324" y="366819"/>
                  </a:lnTo>
                  <a:lnTo>
                    <a:pt x="0" y="3668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577324" cy="452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019"/>
                </a:lnSpc>
              </a:pPr>
              <a:r>
                <a:rPr lang="en-US" sz="4299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MAIN CLASSES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874776" y="7512660"/>
            <a:ext cx="2838641" cy="1130295"/>
          </a:xfrm>
          <a:custGeom>
            <a:avLst/>
            <a:gdLst/>
            <a:ahLst/>
            <a:cxnLst/>
            <a:rect r="r" b="b" t="t" l="l"/>
            <a:pathLst>
              <a:path h="1130295" w="2838641">
                <a:moveTo>
                  <a:pt x="0" y="0"/>
                </a:moveTo>
                <a:lnTo>
                  <a:pt x="2838641" y="0"/>
                </a:lnTo>
                <a:lnTo>
                  <a:pt x="2838641" y="1130295"/>
                </a:lnTo>
                <a:lnTo>
                  <a:pt x="0" y="1130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2835430" y="7092739"/>
            <a:ext cx="1261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2033723" y="7597110"/>
            <a:ext cx="11761064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9"/>
              </a:lnSpc>
            </a:pPr>
            <a:r>
              <a:rPr lang="en-US" sz="6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626" y="3213737"/>
            <a:ext cx="7042414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 u="sng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USER (ABSTRACT BASE CLASS</a:t>
            </a:r>
            <a:r>
              <a:rPr lang="en-US" b="true" sz="3099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)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Passenger/Admin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0451" y="4492310"/>
            <a:ext cx="7298064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 u="sng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FLIGHT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Manag</a:t>
            </a: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ES SEATS AND FLIGHT DAT</a:t>
            </a: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5683340"/>
            <a:ext cx="7298064" cy="161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 u="sng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TICKET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H</a:t>
            </a: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andl</a:t>
            </a: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ES BOOKING INFORMATION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978635" y="3213737"/>
            <a:ext cx="7298064" cy="161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 u="sng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LUGGAGE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H</a:t>
            </a: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andl</a:t>
            </a: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ES BAGGAGE DETAILS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4419112"/>
            <a:ext cx="7298064" cy="161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 u="sng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SYSTEMM</a:t>
            </a:r>
            <a:r>
              <a:rPr lang="en-US" b="true" sz="3099" u="sng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anag</a:t>
            </a:r>
            <a:r>
              <a:rPr lang="en-US" b="true" sz="3099" u="sng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ER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CONTROLS THE ENTIRE SYSTEM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88276" y="5747491"/>
            <a:ext cx="7298064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 u="sng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SUPERADMIN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MANAGES ADMINS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44512" y="4389050"/>
            <a:ext cx="4948235" cy="2299332"/>
            <a:chOff x="0" y="0"/>
            <a:chExt cx="1303239" cy="605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3239" cy="605585"/>
            </a:xfrm>
            <a:custGeom>
              <a:avLst/>
              <a:gdLst/>
              <a:ahLst/>
              <a:cxnLst/>
              <a:rect r="r" b="b" t="t" l="l"/>
              <a:pathLst>
                <a:path h="605585" w="1303239">
                  <a:moveTo>
                    <a:pt x="97004" y="0"/>
                  </a:moveTo>
                  <a:lnTo>
                    <a:pt x="1206235" y="0"/>
                  </a:lnTo>
                  <a:cubicBezTo>
                    <a:pt x="1231962" y="0"/>
                    <a:pt x="1256635" y="10220"/>
                    <a:pt x="1274827" y="28412"/>
                  </a:cubicBezTo>
                  <a:cubicBezTo>
                    <a:pt x="1293019" y="46604"/>
                    <a:pt x="1303239" y="71277"/>
                    <a:pt x="1303239" y="97004"/>
                  </a:cubicBezTo>
                  <a:lnTo>
                    <a:pt x="1303239" y="508581"/>
                  </a:lnTo>
                  <a:cubicBezTo>
                    <a:pt x="1303239" y="562155"/>
                    <a:pt x="1259809" y="605585"/>
                    <a:pt x="1206235" y="605585"/>
                  </a:cubicBezTo>
                  <a:lnTo>
                    <a:pt x="97004" y="605585"/>
                  </a:lnTo>
                  <a:cubicBezTo>
                    <a:pt x="43430" y="605585"/>
                    <a:pt x="0" y="562155"/>
                    <a:pt x="0" y="508581"/>
                  </a:cubicBezTo>
                  <a:lnTo>
                    <a:pt x="0" y="97004"/>
                  </a:lnTo>
                  <a:cubicBezTo>
                    <a:pt x="0" y="43430"/>
                    <a:pt x="43430" y="0"/>
                    <a:pt x="9700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1303239" cy="719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19"/>
                </a:lnSpc>
              </a:pPr>
              <a:r>
                <a:rPr lang="en-US" sz="5799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OOP PRINCIPLES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1690" y="6441223"/>
            <a:ext cx="4949123" cy="2639758"/>
            <a:chOff x="0" y="0"/>
            <a:chExt cx="1303473" cy="6952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03473" cy="695245"/>
            </a:xfrm>
            <a:custGeom>
              <a:avLst/>
              <a:gdLst/>
              <a:ahLst/>
              <a:cxnLst/>
              <a:rect r="r" b="b" t="t" l="l"/>
              <a:pathLst>
                <a:path h="695245" w="1303473">
                  <a:moveTo>
                    <a:pt x="79779" y="0"/>
                  </a:moveTo>
                  <a:lnTo>
                    <a:pt x="1223694" y="0"/>
                  </a:lnTo>
                  <a:cubicBezTo>
                    <a:pt x="1267754" y="0"/>
                    <a:pt x="1303473" y="35718"/>
                    <a:pt x="1303473" y="79779"/>
                  </a:cubicBezTo>
                  <a:lnTo>
                    <a:pt x="1303473" y="615466"/>
                  </a:lnTo>
                  <a:cubicBezTo>
                    <a:pt x="1303473" y="659526"/>
                    <a:pt x="1267754" y="695245"/>
                    <a:pt x="1223694" y="695245"/>
                  </a:cubicBezTo>
                  <a:lnTo>
                    <a:pt x="79779" y="695245"/>
                  </a:lnTo>
                  <a:cubicBezTo>
                    <a:pt x="35718" y="695245"/>
                    <a:pt x="0" y="659526"/>
                    <a:pt x="0" y="615466"/>
                  </a:cubicBezTo>
                  <a:lnTo>
                    <a:pt x="0" y="79779"/>
                  </a:lnTo>
                  <a:cubicBezTo>
                    <a:pt x="0" y="35718"/>
                    <a:pt x="35718" y="0"/>
                    <a:pt x="7977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03473" cy="742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u="sng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ENCAPSULATION</a:t>
              </a:r>
            </a:p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Private/protected members</a:t>
              </a:r>
            </a:p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Access through getters/setters</a:t>
              </a:r>
            </a:p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79760" y="2436032"/>
            <a:ext cx="4949123" cy="2372118"/>
            <a:chOff x="0" y="0"/>
            <a:chExt cx="1303473" cy="6247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03473" cy="624755"/>
            </a:xfrm>
            <a:custGeom>
              <a:avLst/>
              <a:gdLst/>
              <a:ahLst/>
              <a:cxnLst/>
              <a:rect r="r" b="b" t="t" l="l"/>
              <a:pathLst>
                <a:path h="624755" w="1303473">
                  <a:moveTo>
                    <a:pt x="79779" y="0"/>
                  </a:moveTo>
                  <a:lnTo>
                    <a:pt x="1223694" y="0"/>
                  </a:lnTo>
                  <a:cubicBezTo>
                    <a:pt x="1267754" y="0"/>
                    <a:pt x="1303473" y="35718"/>
                    <a:pt x="1303473" y="79779"/>
                  </a:cubicBezTo>
                  <a:lnTo>
                    <a:pt x="1303473" y="544976"/>
                  </a:lnTo>
                  <a:cubicBezTo>
                    <a:pt x="1303473" y="589037"/>
                    <a:pt x="1267754" y="624755"/>
                    <a:pt x="1223694" y="624755"/>
                  </a:cubicBezTo>
                  <a:lnTo>
                    <a:pt x="79779" y="624755"/>
                  </a:lnTo>
                  <a:cubicBezTo>
                    <a:pt x="35718" y="624755"/>
                    <a:pt x="0" y="589037"/>
                    <a:pt x="0" y="544976"/>
                  </a:cubicBezTo>
                  <a:lnTo>
                    <a:pt x="0" y="79779"/>
                  </a:lnTo>
                  <a:cubicBezTo>
                    <a:pt x="0" y="35718"/>
                    <a:pt x="35718" y="0"/>
                    <a:pt x="7977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303473" cy="672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u="sng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POLYMORPHISM</a:t>
              </a:r>
            </a:p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Virtual functions: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displayInfo() // getType()</a:t>
              </a:r>
            </a:p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RUNTIME POLYMORPHISM</a:t>
              </a:r>
            </a:p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199994" y="2934430"/>
            <a:ext cx="4934761" cy="1861612"/>
            <a:chOff x="0" y="0"/>
            <a:chExt cx="1299690" cy="4903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99690" cy="490301"/>
            </a:xfrm>
            <a:custGeom>
              <a:avLst/>
              <a:gdLst/>
              <a:ahLst/>
              <a:cxnLst/>
              <a:rect r="r" b="b" t="t" l="l"/>
              <a:pathLst>
                <a:path h="490301" w="1299690">
                  <a:moveTo>
                    <a:pt x="80012" y="0"/>
                  </a:moveTo>
                  <a:lnTo>
                    <a:pt x="1219679" y="0"/>
                  </a:lnTo>
                  <a:cubicBezTo>
                    <a:pt x="1263868" y="0"/>
                    <a:pt x="1299690" y="35822"/>
                    <a:pt x="1299690" y="80012"/>
                  </a:cubicBezTo>
                  <a:lnTo>
                    <a:pt x="1299690" y="410289"/>
                  </a:lnTo>
                  <a:cubicBezTo>
                    <a:pt x="1299690" y="454479"/>
                    <a:pt x="1263868" y="490301"/>
                    <a:pt x="1219679" y="490301"/>
                  </a:cubicBezTo>
                  <a:lnTo>
                    <a:pt x="80012" y="490301"/>
                  </a:lnTo>
                  <a:cubicBezTo>
                    <a:pt x="58791" y="490301"/>
                    <a:pt x="38440" y="481871"/>
                    <a:pt x="23435" y="466866"/>
                  </a:cubicBezTo>
                  <a:cubicBezTo>
                    <a:pt x="8430" y="451861"/>
                    <a:pt x="0" y="431510"/>
                    <a:pt x="0" y="410289"/>
                  </a:cubicBezTo>
                  <a:lnTo>
                    <a:pt x="0" y="80012"/>
                  </a:lnTo>
                  <a:cubicBezTo>
                    <a:pt x="0" y="58791"/>
                    <a:pt x="8430" y="38440"/>
                    <a:pt x="23435" y="23435"/>
                  </a:cubicBezTo>
                  <a:cubicBezTo>
                    <a:pt x="38440" y="8430"/>
                    <a:pt x="58791" y="0"/>
                    <a:pt x="80012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299690" cy="537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u="sng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INHERITANCE</a:t>
              </a:r>
            </a:p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Passenger and Admin inherit from User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199994" y="6381296"/>
            <a:ext cx="4934761" cy="2134155"/>
            <a:chOff x="0" y="0"/>
            <a:chExt cx="1299690" cy="5620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99690" cy="562082"/>
            </a:xfrm>
            <a:custGeom>
              <a:avLst/>
              <a:gdLst/>
              <a:ahLst/>
              <a:cxnLst/>
              <a:rect r="r" b="b" t="t" l="l"/>
              <a:pathLst>
                <a:path h="562082" w="1299690">
                  <a:moveTo>
                    <a:pt x="80012" y="0"/>
                  </a:moveTo>
                  <a:lnTo>
                    <a:pt x="1219679" y="0"/>
                  </a:lnTo>
                  <a:cubicBezTo>
                    <a:pt x="1263868" y="0"/>
                    <a:pt x="1299690" y="35822"/>
                    <a:pt x="1299690" y="80012"/>
                  </a:cubicBezTo>
                  <a:lnTo>
                    <a:pt x="1299690" y="482070"/>
                  </a:lnTo>
                  <a:cubicBezTo>
                    <a:pt x="1299690" y="503291"/>
                    <a:pt x="1291260" y="523642"/>
                    <a:pt x="1276255" y="538647"/>
                  </a:cubicBezTo>
                  <a:cubicBezTo>
                    <a:pt x="1261250" y="553652"/>
                    <a:pt x="1240899" y="562082"/>
                    <a:pt x="1219679" y="562082"/>
                  </a:cubicBezTo>
                  <a:lnTo>
                    <a:pt x="80012" y="562082"/>
                  </a:lnTo>
                  <a:cubicBezTo>
                    <a:pt x="35822" y="562082"/>
                    <a:pt x="0" y="526260"/>
                    <a:pt x="0" y="482070"/>
                  </a:cubicBezTo>
                  <a:lnTo>
                    <a:pt x="0" y="80012"/>
                  </a:lnTo>
                  <a:cubicBezTo>
                    <a:pt x="0" y="58791"/>
                    <a:pt x="8430" y="38440"/>
                    <a:pt x="23435" y="23435"/>
                  </a:cubicBezTo>
                  <a:cubicBezTo>
                    <a:pt x="38440" y="8430"/>
                    <a:pt x="58791" y="0"/>
                    <a:pt x="80012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299690" cy="609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u="sng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ABSTRACTION</a:t>
              </a:r>
            </a:p>
            <a:p>
              <a:pPr algn="ctr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User class implemented as abstract class</a:t>
              </a:r>
            </a:p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>
            <a:off x="3754321" y="4808150"/>
            <a:ext cx="3090191" cy="730566"/>
          </a:xfrm>
          <a:custGeom>
            <a:avLst/>
            <a:gdLst/>
            <a:ahLst/>
            <a:cxnLst/>
            <a:rect r="r" b="b" t="t" l="l"/>
            <a:pathLst>
              <a:path h="730566" w="3090191">
                <a:moveTo>
                  <a:pt x="0" y="0"/>
                </a:moveTo>
                <a:lnTo>
                  <a:pt x="0" y="177200"/>
                </a:lnTo>
                <a:cubicBezTo>
                  <a:pt x="0" y="224196"/>
                  <a:pt x="18670" y="269268"/>
                  <a:pt x="51901" y="302499"/>
                </a:cubicBezTo>
                <a:cubicBezTo>
                  <a:pt x="85132" y="335731"/>
                  <a:pt x="130204" y="354400"/>
                  <a:pt x="177200" y="354400"/>
                </a:cubicBezTo>
                <a:lnTo>
                  <a:pt x="2032413" y="354400"/>
                </a:lnTo>
                <a:cubicBezTo>
                  <a:pt x="2082296" y="354400"/>
                  <a:pt x="2130135" y="374216"/>
                  <a:pt x="2165408" y="409488"/>
                </a:cubicBezTo>
                <a:cubicBezTo>
                  <a:pt x="2200680" y="444761"/>
                  <a:pt x="2220496" y="492600"/>
                  <a:pt x="2220496" y="542483"/>
                </a:cubicBezTo>
                <a:lnTo>
                  <a:pt x="2220496" y="542483"/>
                </a:lnTo>
                <a:cubicBezTo>
                  <a:pt x="2220496" y="592366"/>
                  <a:pt x="2240312" y="640205"/>
                  <a:pt x="2275584" y="675478"/>
                </a:cubicBezTo>
                <a:cubicBezTo>
                  <a:pt x="2310857" y="710750"/>
                  <a:pt x="2358697" y="730566"/>
                  <a:pt x="2408579" y="730566"/>
                </a:cubicBezTo>
                <a:lnTo>
                  <a:pt x="3090191" y="730566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>
            <a:off x="9318630" y="6688382"/>
            <a:ext cx="2881364" cy="1047676"/>
          </a:xfrm>
          <a:custGeom>
            <a:avLst/>
            <a:gdLst/>
            <a:ahLst/>
            <a:cxnLst/>
            <a:rect r="r" b="b" t="t" l="l"/>
            <a:pathLst>
              <a:path h="1047676" w="2881364">
                <a:moveTo>
                  <a:pt x="0" y="0"/>
                </a:moveTo>
                <a:lnTo>
                  <a:pt x="0" y="207169"/>
                </a:lnTo>
                <a:cubicBezTo>
                  <a:pt x="0" y="321585"/>
                  <a:pt x="92752" y="414337"/>
                  <a:pt x="207168" y="414337"/>
                </a:cubicBezTo>
                <a:lnTo>
                  <a:pt x="1824979" y="414337"/>
                </a:lnTo>
                <a:cubicBezTo>
                  <a:pt x="1885608" y="414337"/>
                  <a:pt x="1943753" y="438422"/>
                  <a:pt x="1986623" y="481293"/>
                </a:cubicBezTo>
                <a:cubicBezTo>
                  <a:pt x="2029494" y="524163"/>
                  <a:pt x="2053579" y="582308"/>
                  <a:pt x="2053579" y="642937"/>
                </a:cubicBezTo>
                <a:lnTo>
                  <a:pt x="2053579" y="862384"/>
                </a:lnTo>
                <a:cubicBezTo>
                  <a:pt x="2053579" y="911527"/>
                  <a:pt x="2073101" y="958657"/>
                  <a:pt x="2107850" y="993406"/>
                </a:cubicBezTo>
                <a:cubicBezTo>
                  <a:pt x="2142599" y="1028155"/>
                  <a:pt x="2189729" y="1047677"/>
                  <a:pt x="2238872" y="1047677"/>
                </a:cubicBezTo>
                <a:lnTo>
                  <a:pt x="2280322" y="1047677"/>
                </a:lnTo>
                <a:cubicBezTo>
                  <a:pt x="2318471" y="1047677"/>
                  <a:pt x="2355058" y="1032522"/>
                  <a:pt x="2382033" y="1005546"/>
                </a:cubicBezTo>
                <a:cubicBezTo>
                  <a:pt x="2409009" y="978571"/>
                  <a:pt x="2424164" y="941984"/>
                  <a:pt x="2424164" y="903834"/>
                </a:cubicBezTo>
                <a:lnTo>
                  <a:pt x="2424164" y="903834"/>
                </a:lnTo>
                <a:cubicBezTo>
                  <a:pt x="2424164" y="865685"/>
                  <a:pt x="2439319" y="829098"/>
                  <a:pt x="2466295" y="802123"/>
                </a:cubicBezTo>
                <a:cubicBezTo>
                  <a:pt x="2493270" y="775147"/>
                  <a:pt x="2529857" y="759992"/>
                  <a:pt x="2568006" y="759992"/>
                </a:cubicBezTo>
                <a:lnTo>
                  <a:pt x="2881364" y="759992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4" id="24"/>
          <p:cNvSpPr/>
          <p:nvPr/>
        </p:nvSpPr>
        <p:spPr>
          <a:xfrm>
            <a:off x="11792747" y="4796042"/>
            <a:ext cx="2874628" cy="742674"/>
          </a:xfrm>
          <a:custGeom>
            <a:avLst/>
            <a:gdLst/>
            <a:ahLst/>
            <a:cxnLst/>
            <a:rect r="r" b="b" t="t" l="l"/>
            <a:pathLst>
              <a:path h="742674" w="2874628">
                <a:moveTo>
                  <a:pt x="0" y="742674"/>
                </a:moveTo>
                <a:lnTo>
                  <a:pt x="853752" y="742674"/>
                </a:lnTo>
                <a:cubicBezTo>
                  <a:pt x="908688" y="742674"/>
                  <a:pt x="961373" y="720851"/>
                  <a:pt x="1000218" y="682006"/>
                </a:cubicBezTo>
                <a:cubicBezTo>
                  <a:pt x="1039063" y="643161"/>
                  <a:pt x="1060885" y="590476"/>
                  <a:pt x="1060885" y="535541"/>
                </a:cubicBezTo>
                <a:lnTo>
                  <a:pt x="1060885" y="535541"/>
                </a:lnTo>
                <a:cubicBezTo>
                  <a:pt x="1060885" y="480606"/>
                  <a:pt x="1082708" y="427921"/>
                  <a:pt x="1121553" y="389076"/>
                </a:cubicBezTo>
                <a:cubicBezTo>
                  <a:pt x="1160399" y="350231"/>
                  <a:pt x="1213084" y="328408"/>
                  <a:pt x="1268019" y="328408"/>
                </a:cubicBezTo>
                <a:lnTo>
                  <a:pt x="2710424" y="328408"/>
                </a:lnTo>
                <a:cubicBezTo>
                  <a:pt x="2801111" y="328408"/>
                  <a:pt x="2874627" y="254891"/>
                  <a:pt x="2874627" y="164204"/>
                </a:cubicBezTo>
                <a:lnTo>
                  <a:pt x="2874627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>
            <a:off x="6410814" y="6688382"/>
            <a:ext cx="2610487" cy="1072719"/>
          </a:xfrm>
          <a:custGeom>
            <a:avLst/>
            <a:gdLst/>
            <a:ahLst/>
            <a:cxnLst/>
            <a:rect r="r" b="b" t="t" l="l"/>
            <a:pathLst>
              <a:path h="1072719" w="2610487">
                <a:moveTo>
                  <a:pt x="0" y="1072719"/>
                </a:moveTo>
                <a:lnTo>
                  <a:pt x="516701" y="1072719"/>
                </a:lnTo>
                <a:cubicBezTo>
                  <a:pt x="642953" y="1072719"/>
                  <a:pt x="745301" y="970371"/>
                  <a:pt x="745301" y="844119"/>
                </a:cubicBezTo>
                <a:lnTo>
                  <a:pt x="745301" y="680685"/>
                </a:lnTo>
                <a:cubicBezTo>
                  <a:pt x="745301" y="620056"/>
                  <a:pt x="769386" y="561911"/>
                  <a:pt x="812257" y="519041"/>
                </a:cubicBezTo>
                <a:cubicBezTo>
                  <a:pt x="855127" y="476170"/>
                  <a:pt x="913272" y="452085"/>
                  <a:pt x="973901" y="452085"/>
                </a:cubicBezTo>
                <a:lnTo>
                  <a:pt x="2384444" y="452085"/>
                </a:lnTo>
                <a:cubicBezTo>
                  <a:pt x="2444394" y="452085"/>
                  <a:pt x="2501889" y="428270"/>
                  <a:pt x="2544280" y="385879"/>
                </a:cubicBezTo>
                <a:cubicBezTo>
                  <a:pt x="2586672" y="343488"/>
                  <a:pt x="2610487" y="285993"/>
                  <a:pt x="2610487" y="226043"/>
                </a:cubicBezTo>
                <a:lnTo>
                  <a:pt x="2610487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7899309" y="7761102"/>
            <a:ext cx="2838641" cy="1130295"/>
          </a:xfrm>
          <a:custGeom>
            <a:avLst/>
            <a:gdLst/>
            <a:ahLst/>
            <a:cxnLst/>
            <a:rect r="r" b="b" t="t" l="l"/>
            <a:pathLst>
              <a:path h="1130295" w="2838641">
                <a:moveTo>
                  <a:pt x="0" y="0"/>
                </a:moveTo>
                <a:lnTo>
                  <a:pt x="2838641" y="0"/>
                </a:lnTo>
                <a:lnTo>
                  <a:pt x="2838641" y="1130295"/>
                </a:lnTo>
                <a:lnTo>
                  <a:pt x="0" y="11302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28700" y="1255200"/>
            <a:ext cx="6131717" cy="1180832"/>
          </a:xfrm>
          <a:custGeom>
            <a:avLst/>
            <a:gdLst/>
            <a:ahLst/>
            <a:cxnLst/>
            <a:rect r="r" b="b" t="t" l="l"/>
            <a:pathLst>
              <a:path h="1180832" w="6131717">
                <a:moveTo>
                  <a:pt x="0" y="0"/>
                </a:moveTo>
                <a:lnTo>
                  <a:pt x="6131717" y="0"/>
                </a:lnTo>
                <a:lnTo>
                  <a:pt x="6131717" y="1180832"/>
                </a:lnTo>
                <a:lnTo>
                  <a:pt x="0" y="11808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9438" y="1055931"/>
            <a:ext cx="4949123" cy="1953018"/>
            <a:chOff x="0" y="0"/>
            <a:chExt cx="1303473" cy="5143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3473" cy="514375"/>
            </a:xfrm>
            <a:custGeom>
              <a:avLst/>
              <a:gdLst/>
              <a:ahLst/>
              <a:cxnLst/>
              <a:rect r="r" b="b" t="t" l="l"/>
              <a:pathLst>
                <a:path h="514375" w="1303473">
                  <a:moveTo>
                    <a:pt x="79779" y="0"/>
                  </a:moveTo>
                  <a:lnTo>
                    <a:pt x="1223694" y="0"/>
                  </a:lnTo>
                  <a:cubicBezTo>
                    <a:pt x="1267754" y="0"/>
                    <a:pt x="1303473" y="35718"/>
                    <a:pt x="1303473" y="79779"/>
                  </a:cubicBezTo>
                  <a:lnTo>
                    <a:pt x="1303473" y="434596"/>
                  </a:lnTo>
                  <a:cubicBezTo>
                    <a:pt x="1303473" y="478657"/>
                    <a:pt x="1267754" y="514375"/>
                    <a:pt x="1223694" y="514375"/>
                  </a:cubicBezTo>
                  <a:lnTo>
                    <a:pt x="79779" y="514375"/>
                  </a:lnTo>
                  <a:cubicBezTo>
                    <a:pt x="35718" y="514375"/>
                    <a:pt x="0" y="478657"/>
                    <a:pt x="0" y="434596"/>
                  </a:cubicBezTo>
                  <a:lnTo>
                    <a:pt x="0" y="79779"/>
                  </a:lnTo>
                  <a:cubicBezTo>
                    <a:pt x="0" y="35718"/>
                    <a:pt x="35718" y="0"/>
                    <a:pt x="7977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03473" cy="562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u="sng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POLYMORPHISM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</a:t>
              </a:r>
              <a:r>
                <a:rPr lang="en-US" sz="2399" b="true">
                  <a:solidFill>
                    <a:srgbClr val="00000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Virtual functions: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displayInfo() // getType()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 u="sng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ABSTARCTION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09788" y="4330437"/>
            <a:ext cx="12272642" cy="1626125"/>
          </a:xfrm>
          <a:custGeom>
            <a:avLst/>
            <a:gdLst/>
            <a:ahLst/>
            <a:cxnLst/>
            <a:rect r="r" b="b" t="t" l="l"/>
            <a:pathLst>
              <a:path h="1626125" w="12272642">
                <a:moveTo>
                  <a:pt x="0" y="0"/>
                </a:moveTo>
                <a:lnTo>
                  <a:pt x="12272641" y="0"/>
                </a:lnTo>
                <a:lnTo>
                  <a:pt x="12272641" y="1626126"/>
                </a:lnTo>
                <a:lnTo>
                  <a:pt x="0" y="16261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lgDash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4790361" y="6027708"/>
            <a:ext cx="12253345" cy="1638885"/>
          </a:xfrm>
          <a:custGeom>
            <a:avLst/>
            <a:gdLst/>
            <a:ahLst/>
            <a:cxnLst/>
            <a:rect r="r" b="b" t="t" l="l"/>
            <a:pathLst>
              <a:path h="1638885" w="12253345">
                <a:moveTo>
                  <a:pt x="0" y="0"/>
                </a:moveTo>
                <a:lnTo>
                  <a:pt x="12253346" y="0"/>
                </a:lnTo>
                <a:lnTo>
                  <a:pt x="12253346" y="1638884"/>
                </a:lnTo>
                <a:lnTo>
                  <a:pt x="0" y="16388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lgDash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339912" y="7737738"/>
            <a:ext cx="11301259" cy="1271392"/>
          </a:xfrm>
          <a:custGeom>
            <a:avLst/>
            <a:gdLst/>
            <a:ahLst/>
            <a:cxnLst/>
            <a:rect r="r" b="b" t="t" l="l"/>
            <a:pathLst>
              <a:path h="1271392" w="11301259">
                <a:moveTo>
                  <a:pt x="0" y="0"/>
                </a:moveTo>
                <a:lnTo>
                  <a:pt x="11301259" y="0"/>
                </a:lnTo>
                <a:lnTo>
                  <a:pt x="11301259" y="1271391"/>
                </a:lnTo>
                <a:lnTo>
                  <a:pt x="0" y="12713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lgDash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995479" y="3062251"/>
            <a:ext cx="11301259" cy="1214885"/>
          </a:xfrm>
          <a:custGeom>
            <a:avLst/>
            <a:gdLst/>
            <a:ahLst/>
            <a:cxnLst/>
            <a:rect r="r" b="b" t="t" l="l"/>
            <a:pathLst>
              <a:path h="1214885" w="11301259">
                <a:moveTo>
                  <a:pt x="0" y="0"/>
                </a:moveTo>
                <a:lnTo>
                  <a:pt x="11301259" y="0"/>
                </a:lnTo>
                <a:lnTo>
                  <a:pt x="11301259" y="1214885"/>
                </a:lnTo>
                <a:lnTo>
                  <a:pt x="0" y="12148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lgDash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255200"/>
            <a:ext cx="6131717" cy="1180832"/>
          </a:xfrm>
          <a:custGeom>
            <a:avLst/>
            <a:gdLst/>
            <a:ahLst/>
            <a:cxnLst/>
            <a:rect r="r" b="b" t="t" l="l"/>
            <a:pathLst>
              <a:path h="1180832" w="6131717">
                <a:moveTo>
                  <a:pt x="0" y="0"/>
                </a:moveTo>
                <a:lnTo>
                  <a:pt x="6131717" y="0"/>
                </a:lnTo>
                <a:lnTo>
                  <a:pt x="6131717" y="1180832"/>
                </a:lnTo>
                <a:lnTo>
                  <a:pt x="0" y="1180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676619" y="2078144"/>
            <a:ext cx="4934761" cy="1861612"/>
            <a:chOff x="0" y="0"/>
            <a:chExt cx="1299690" cy="4903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9690" cy="490301"/>
            </a:xfrm>
            <a:custGeom>
              <a:avLst/>
              <a:gdLst/>
              <a:ahLst/>
              <a:cxnLst/>
              <a:rect r="r" b="b" t="t" l="l"/>
              <a:pathLst>
                <a:path h="490301" w="1299690">
                  <a:moveTo>
                    <a:pt x="80012" y="0"/>
                  </a:moveTo>
                  <a:lnTo>
                    <a:pt x="1219679" y="0"/>
                  </a:lnTo>
                  <a:cubicBezTo>
                    <a:pt x="1263868" y="0"/>
                    <a:pt x="1299690" y="35822"/>
                    <a:pt x="1299690" y="80012"/>
                  </a:cubicBezTo>
                  <a:lnTo>
                    <a:pt x="1299690" y="410289"/>
                  </a:lnTo>
                  <a:cubicBezTo>
                    <a:pt x="1299690" y="454479"/>
                    <a:pt x="1263868" y="490301"/>
                    <a:pt x="1219679" y="490301"/>
                  </a:cubicBezTo>
                  <a:lnTo>
                    <a:pt x="80012" y="490301"/>
                  </a:lnTo>
                  <a:cubicBezTo>
                    <a:pt x="58791" y="490301"/>
                    <a:pt x="38440" y="481871"/>
                    <a:pt x="23435" y="466866"/>
                  </a:cubicBezTo>
                  <a:cubicBezTo>
                    <a:pt x="8430" y="451861"/>
                    <a:pt x="0" y="431510"/>
                    <a:pt x="0" y="410289"/>
                  </a:cubicBezTo>
                  <a:lnTo>
                    <a:pt x="0" y="80012"/>
                  </a:lnTo>
                  <a:cubicBezTo>
                    <a:pt x="0" y="58791"/>
                    <a:pt x="8430" y="38440"/>
                    <a:pt x="23435" y="23435"/>
                  </a:cubicBezTo>
                  <a:cubicBezTo>
                    <a:pt x="38440" y="8430"/>
                    <a:pt x="58791" y="0"/>
                    <a:pt x="80012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99690" cy="537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u="sng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INHERITANCE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Passenger and Admin inherit from User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783567" y="7144647"/>
            <a:ext cx="12390929" cy="666012"/>
          </a:xfrm>
          <a:custGeom>
            <a:avLst/>
            <a:gdLst/>
            <a:ahLst/>
            <a:cxnLst/>
            <a:rect r="r" b="b" t="t" l="l"/>
            <a:pathLst>
              <a:path h="666012" w="12390929">
                <a:moveTo>
                  <a:pt x="0" y="0"/>
                </a:moveTo>
                <a:lnTo>
                  <a:pt x="12390929" y="0"/>
                </a:lnTo>
                <a:lnTo>
                  <a:pt x="12390929" y="666012"/>
                </a:lnTo>
                <a:lnTo>
                  <a:pt x="0" y="6660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lgDash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5547819" y="6071471"/>
            <a:ext cx="11301259" cy="452050"/>
          </a:xfrm>
          <a:custGeom>
            <a:avLst/>
            <a:gdLst/>
            <a:ahLst/>
            <a:cxnLst/>
            <a:rect r="r" b="b" t="t" l="l"/>
            <a:pathLst>
              <a:path h="452050" w="11301259">
                <a:moveTo>
                  <a:pt x="0" y="0"/>
                </a:moveTo>
                <a:lnTo>
                  <a:pt x="11301259" y="0"/>
                </a:lnTo>
                <a:lnTo>
                  <a:pt x="11301259" y="452051"/>
                </a:lnTo>
                <a:lnTo>
                  <a:pt x="0" y="4520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lgDash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783567" y="4208469"/>
            <a:ext cx="11301259" cy="1596303"/>
          </a:xfrm>
          <a:custGeom>
            <a:avLst/>
            <a:gdLst/>
            <a:ahLst/>
            <a:cxnLst/>
            <a:rect r="r" b="b" t="t" l="l"/>
            <a:pathLst>
              <a:path h="1596303" w="11301259">
                <a:moveTo>
                  <a:pt x="0" y="0"/>
                </a:moveTo>
                <a:lnTo>
                  <a:pt x="11301259" y="0"/>
                </a:lnTo>
                <a:lnTo>
                  <a:pt x="11301259" y="1596302"/>
                </a:lnTo>
                <a:lnTo>
                  <a:pt x="0" y="1596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lgDash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255200"/>
            <a:ext cx="6131717" cy="1180832"/>
          </a:xfrm>
          <a:custGeom>
            <a:avLst/>
            <a:gdLst/>
            <a:ahLst/>
            <a:cxnLst/>
            <a:rect r="r" b="b" t="t" l="l"/>
            <a:pathLst>
              <a:path h="1180832" w="6131717">
                <a:moveTo>
                  <a:pt x="0" y="0"/>
                </a:moveTo>
                <a:lnTo>
                  <a:pt x="6131717" y="0"/>
                </a:lnTo>
                <a:lnTo>
                  <a:pt x="6131717" y="1180832"/>
                </a:lnTo>
                <a:lnTo>
                  <a:pt x="0" y="1180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977708" y="2026348"/>
            <a:ext cx="6409515" cy="2315445"/>
            <a:chOff x="0" y="0"/>
            <a:chExt cx="1688103" cy="6098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8103" cy="609829"/>
            </a:xfrm>
            <a:custGeom>
              <a:avLst/>
              <a:gdLst/>
              <a:ahLst/>
              <a:cxnLst/>
              <a:rect r="r" b="b" t="t" l="l"/>
              <a:pathLst>
                <a:path h="609829" w="1688103">
                  <a:moveTo>
                    <a:pt x="61602" y="0"/>
                  </a:moveTo>
                  <a:lnTo>
                    <a:pt x="1626501" y="0"/>
                  </a:lnTo>
                  <a:cubicBezTo>
                    <a:pt x="1660523" y="0"/>
                    <a:pt x="1688103" y="27580"/>
                    <a:pt x="1688103" y="61602"/>
                  </a:cubicBezTo>
                  <a:lnTo>
                    <a:pt x="1688103" y="548227"/>
                  </a:lnTo>
                  <a:cubicBezTo>
                    <a:pt x="1688103" y="564565"/>
                    <a:pt x="1681613" y="580234"/>
                    <a:pt x="1670060" y="591787"/>
                  </a:cubicBezTo>
                  <a:cubicBezTo>
                    <a:pt x="1658507" y="603339"/>
                    <a:pt x="1642839" y="609829"/>
                    <a:pt x="1626501" y="609829"/>
                  </a:cubicBezTo>
                  <a:lnTo>
                    <a:pt x="61602" y="609829"/>
                  </a:lnTo>
                  <a:cubicBezTo>
                    <a:pt x="27580" y="609829"/>
                    <a:pt x="0" y="582249"/>
                    <a:pt x="0" y="548227"/>
                  </a:cubicBezTo>
                  <a:lnTo>
                    <a:pt x="0" y="61602"/>
                  </a:lnTo>
                  <a:cubicBezTo>
                    <a:pt x="0" y="27580"/>
                    <a:pt x="27580" y="0"/>
                    <a:pt x="61602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688103" cy="65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u="sng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ENCAPSULATION</a:t>
              </a:r>
            </a:p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Private/protected members</a:t>
              </a:r>
            </a:p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Access through getters/setters</a:t>
              </a:r>
            </a:p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09788" y="4458855"/>
            <a:ext cx="11301259" cy="2161366"/>
          </a:xfrm>
          <a:custGeom>
            <a:avLst/>
            <a:gdLst/>
            <a:ahLst/>
            <a:cxnLst/>
            <a:rect r="r" b="b" t="t" l="l"/>
            <a:pathLst>
              <a:path h="2161366" w="11301259">
                <a:moveTo>
                  <a:pt x="0" y="0"/>
                </a:moveTo>
                <a:lnTo>
                  <a:pt x="11301259" y="0"/>
                </a:lnTo>
                <a:lnTo>
                  <a:pt x="11301259" y="2161366"/>
                </a:lnTo>
                <a:lnTo>
                  <a:pt x="0" y="21613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lgDash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509788" y="7155312"/>
            <a:ext cx="11301259" cy="1822328"/>
          </a:xfrm>
          <a:custGeom>
            <a:avLst/>
            <a:gdLst/>
            <a:ahLst/>
            <a:cxnLst/>
            <a:rect r="r" b="b" t="t" l="l"/>
            <a:pathLst>
              <a:path h="1822328" w="11301259">
                <a:moveTo>
                  <a:pt x="0" y="0"/>
                </a:moveTo>
                <a:lnTo>
                  <a:pt x="11301259" y="0"/>
                </a:lnTo>
                <a:lnTo>
                  <a:pt x="11301259" y="1822328"/>
                </a:lnTo>
                <a:lnTo>
                  <a:pt x="0" y="18223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lgDash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1180797" y="6176522"/>
            <a:ext cx="5880484" cy="1469164"/>
          </a:xfrm>
          <a:custGeom>
            <a:avLst/>
            <a:gdLst/>
            <a:ahLst/>
            <a:cxnLst/>
            <a:rect r="r" b="b" t="t" l="l"/>
            <a:pathLst>
              <a:path h="1469164" w="5880484">
                <a:moveTo>
                  <a:pt x="0" y="0"/>
                </a:moveTo>
                <a:lnTo>
                  <a:pt x="5880484" y="0"/>
                </a:lnTo>
                <a:lnTo>
                  <a:pt x="5880484" y="1469163"/>
                </a:lnTo>
                <a:lnTo>
                  <a:pt x="0" y="14691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92182" b="0"/>
            </a:stretch>
          </a:blipFill>
          <a:ln w="38100" cap="sq">
            <a:solidFill>
              <a:srgbClr val="000000"/>
            </a:solidFill>
            <a:prstDash val="lgDash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82170" y="1800989"/>
            <a:ext cx="10709179" cy="97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4"/>
              </a:lnSpc>
            </a:pPr>
            <a:r>
              <a:rPr lang="en-US" sz="6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DESIGN PATTERNS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617535" y="2759204"/>
            <a:ext cx="1261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772522" y="3441433"/>
            <a:ext cx="14742957" cy="4828318"/>
          </a:xfrm>
          <a:custGeom>
            <a:avLst/>
            <a:gdLst/>
            <a:ahLst/>
            <a:cxnLst/>
            <a:rect r="r" b="b" t="t" l="l"/>
            <a:pathLst>
              <a:path h="4828318" w="14742957">
                <a:moveTo>
                  <a:pt x="0" y="0"/>
                </a:moveTo>
                <a:lnTo>
                  <a:pt x="14742956" y="0"/>
                </a:lnTo>
                <a:lnTo>
                  <a:pt x="14742956" y="4828319"/>
                </a:lnTo>
                <a:lnTo>
                  <a:pt x="0" y="48283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915495" y="5855592"/>
            <a:ext cx="2721465" cy="541972"/>
            <a:chOff x="0" y="0"/>
            <a:chExt cx="716765" cy="1427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6765" cy="142742"/>
            </a:xfrm>
            <a:custGeom>
              <a:avLst/>
              <a:gdLst/>
              <a:ahLst/>
              <a:cxnLst/>
              <a:rect r="r" b="b" t="t" l="l"/>
              <a:pathLst>
                <a:path h="142742" w="716765">
                  <a:moveTo>
                    <a:pt x="0" y="0"/>
                  </a:moveTo>
                  <a:lnTo>
                    <a:pt x="716765" y="0"/>
                  </a:lnTo>
                  <a:lnTo>
                    <a:pt x="716765" y="142742"/>
                  </a:lnTo>
                  <a:lnTo>
                    <a:pt x="0" y="142742"/>
                  </a:lnTo>
                  <a:close/>
                </a:path>
              </a:pathLst>
            </a:custGeom>
            <a:solidFill>
              <a:srgbClr val="2C2C2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16765" cy="190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FEFEF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Adaptor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82170" y="1800989"/>
            <a:ext cx="10709179" cy="97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4"/>
              </a:lnSpc>
            </a:pPr>
            <a:r>
              <a:rPr lang="en-US" sz="6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SINGLETON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617535" y="2759204"/>
            <a:ext cx="1261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390090" y="3293199"/>
            <a:ext cx="11301259" cy="2585163"/>
          </a:xfrm>
          <a:custGeom>
            <a:avLst/>
            <a:gdLst/>
            <a:ahLst/>
            <a:cxnLst/>
            <a:rect r="r" b="b" t="t" l="l"/>
            <a:pathLst>
              <a:path h="2585163" w="11301259">
                <a:moveTo>
                  <a:pt x="0" y="0"/>
                </a:moveTo>
                <a:lnTo>
                  <a:pt x="11301259" y="0"/>
                </a:lnTo>
                <a:lnTo>
                  <a:pt x="11301259" y="2585163"/>
                </a:lnTo>
                <a:lnTo>
                  <a:pt x="0" y="2585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lgDash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4140490" y="6393307"/>
            <a:ext cx="12832350" cy="2422106"/>
          </a:xfrm>
          <a:custGeom>
            <a:avLst/>
            <a:gdLst/>
            <a:ahLst/>
            <a:cxnLst/>
            <a:rect r="r" b="b" t="t" l="l"/>
            <a:pathLst>
              <a:path h="2422106" w="12832350">
                <a:moveTo>
                  <a:pt x="0" y="0"/>
                </a:moveTo>
                <a:lnTo>
                  <a:pt x="12832350" y="0"/>
                </a:lnTo>
                <a:lnTo>
                  <a:pt x="12832350" y="2422106"/>
                </a:lnTo>
                <a:lnTo>
                  <a:pt x="0" y="24221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lgDash"/>
            <a:miter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82170" y="1800989"/>
            <a:ext cx="10709179" cy="97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4"/>
              </a:lnSpc>
            </a:pPr>
            <a:r>
              <a:rPr lang="en-US" sz="6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FACTORY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617535" y="2759204"/>
            <a:ext cx="1261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390090" y="3008949"/>
            <a:ext cx="11301259" cy="1511543"/>
          </a:xfrm>
          <a:custGeom>
            <a:avLst/>
            <a:gdLst/>
            <a:ahLst/>
            <a:cxnLst/>
            <a:rect r="r" b="b" t="t" l="l"/>
            <a:pathLst>
              <a:path h="1511543" w="11301259">
                <a:moveTo>
                  <a:pt x="0" y="0"/>
                </a:moveTo>
                <a:lnTo>
                  <a:pt x="11301259" y="0"/>
                </a:lnTo>
                <a:lnTo>
                  <a:pt x="11301259" y="1511544"/>
                </a:lnTo>
                <a:lnTo>
                  <a:pt x="0" y="15115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lgDash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5696334" y="4682418"/>
            <a:ext cx="11301259" cy="4393364"/>
          </a:xfrm>
          <a:custGeom>
            <a:avLst/>
            <a:gdLst/>
            <a:ahLst/>
            <a:cxnLst/>
            <a:rect r="r" b="b" t="t" l="l"/>
            <a:pathLst>
              <a:path h="4393364" w="11301259">
                <a:moveTo>
                  <a:pt x="0" y="0"/>
                </a:moveTo>
                <a:lnTo>
                  <a:pt x="11301259" y="0"/>
                </a:lnTo>
                <a:lnTo>
                  <a:pt x="11301259" y="4393364"/>
                </a:lnTo>
                <a:lnTo>
                  <a:pt x="0" y="43933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lgDash"/>
            <a:miter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3081571" y="5133886"/>
            <a:ext cx="983116" cy="5407139"/>
          </a:xfrm>
          <a:custGeom>
            <a:avLst/>
            <a:gdLst/>
            <a:ahLst/>
            <a:cxnLst/>
            <a:rect r="r" b="b" t="t" l="l"/>
            <a:pathLst>
              <a:path h="5407139" w="983116">
                <a:moveTo>
                  <a:pt x="0" y="0"/>
                </a:moveTo>
                <a:lnTo>
                  <a:pt x="983116" y="0"/>
                </a:lnTo>
                <a:lnTo>
                  <a:pt x="983116" y="5407138"/>
                </a:lnTo>
                <a:lnTo>
                  <a:pt x="0" y="5407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3971" y="1043746"/>
            <a:ext cx="5831874" cy="3721796"/>
          </a:xfrm>
          <a:custGeom>
            <a:avLst/>
            <a:gdLst/>
            <a:ahLst/>
            <a:cxnLst/>
            <a:rect r="r" b="b" t="t" l="l"/>
            <a:pathLst>
              <a:path h="3721796" w="5831874">
                <a:moveTo>
                  <a:pt x="0" y="0"/>
                </a:moveTo>
                <a:lnTo>
                  <a:pt x="5831874" y="0"/>
                </a:lnTo>
                <a:lnTo>
                  <a:pt x="5831874" y="3721796"/>
                </a:lnTo>
                <a:lnTo>
                  <a:pt x="0" y="3721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2835430" y="6449956"/>
            <a:ext cx="1261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5649268" y="4794117"/>
            <a:ext cx="6989463" cy="115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25"/>
              </a:lnSpc>
            </a:pPr>
            <a:r>
              <a:rPr lang="en-US" sz="7799" spc="272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UML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28050" y="1043746"/>
            <a:ext cx="5842601" cy="8214554"/>
          </a:xfrm>
          <a:custGeom>
            <a:avLst/>
            <a:gdLst/>
            <a:ahLst/>
            <a:cxnLst/>
            <a:rect r="r" b="b" t="t" l="l"/>
            <a:pathLst>
              <a:path h="8214554" w="5842601">
                <a:moveTo>
                  <a:pt x="0" y="0"/>
                </a:moveTo>
                <a:lnTo>
                  <a:pt x="5842602" y="0"/>
                </a:lnTo>
                <a:lnTo>
                  <a:pt x="5842602" y="8214554"/>
                </a:lnTo>
                <a:lnTo>
                  <a:pt x="0" y="8214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2835430" y="6449956"/>
            <a:ext cx="1261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128743" y="4794117"/>
            <a:ext cx="6030514" cy="115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25"/>
              </a:lnSpc>
            </a:pPr>
            <a:r>
              <a:rPr lang="en-US" sz="7799" spc="272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3971" y="1043746"/>
            <a:ext cx="5831874" cy="3721796"/>
          </a:xfrm>
          <a:custGeom>
            <a:avLst/>
            <a:gdLst/>
            <a:ahLst/>
            <a:cxnLst/>
            <a:rect r="r" b="b" t="t" l="l"/>
            <a:pathLst>
              <a:path h="3721796" w="5831874">
                <a:moveTo>
                  <a:pt x="0" y="0"/>
                </a:moveTo>
                <a:lnTo>
                  <a:pt x="5831874" y="0"/>
                </a:lnTo>
                <a:lnTo>
                  <a:pt x="5831874" y="3721796"/>
                </a:lnTo>
                <a:lnTo>
                  <a:pt x="0" y="37217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3081571" y="5133886"/>
            <a:ext cx="983116" cy="5407139"/>
          </a:xfrm>
          <a:custGeom>
            <a:avLst/>
            <a:gdLst/>
            <a:ahLst/>
            <a:cxnLst/>
            <a:rect r="r" b="b" t="t" l="l"/>
            <a:pathLst>
              <a:path h="5407139" w="983116">
                <a:moveTo>
                  <a:pt x="0" y="0"/>
                </a:moveTo>
                <a:lnTo>
                  <a:pt x="983116" y="0"/>
                </a:lnTo>
                <a:lnTo>
                  <a:pt x="983116" y="5407138"/>
                </a:lnTo>
                <a:lnTo>
                  <a:pt x="0" y="54071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643" y="397037"/>
            <a:ext cx="15998714" cy="9492926"/>
          </a:xfrm>
          <a:custGeom>
            <a:avLst/>
            <a:gdLst/>
            <a:ahLst/>
            <a:cxnLst/>
            <a:rect r="r" b="b" t="t" l="l"/>
            <a:pathLst>
              <a:path h="9492926" w="15998714">
                <a:moveTo>
                  <a:pt x="0" y="0"/>
                </a:moveTo>
                <a:lnTo>
                  <a:pt x="15998714" y="0"/>
                </a:lnTo>
                <a:lnTo>
                  <a:pt x="15998714" y="9492926"/>
                </a:lnTo>
                <a:lnTo>
                  <a:pt x="0" y="9492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19" r="0" b="-33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05760" y="94476"/>
            <a:ext cx="1882240" cy="1882240"/>
          </a:xfrm>
          <a:custGeom>
            <a:avLst/>
            <a:gdLst/>
            <a:ahLst/>
            <a:cxnLst/>
            <a:rect r="r" b="b" t="t" l="l"/>
            <a:pathLst>
              <a:path h="1882240" w="1882240">
                <a:moveTo>
                  <a:pt x="0" y="0"/>
                </a:moveTo>
                <a:lnTo>
                  <a:pt x="1882240" y="0"/>
                </a:lnTo>
                <a:lnTo>
                  <a:pt x="1882240" y="1882241"/>
                </a:lnTo>
                <a:lnTo>
                  <a:pt x="0" y="1882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2835430" y="6543704"/>
            <a:ext cx="1261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3882878" y="4341702"/>
            <a:ext cx="10823181" cy="2035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5"/>
              </a:lnSpc>
            </a:pPr>
            <a:r>
              <a:rPr lang="en-US" sz="6851" spc="239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</a:t>
            </a:r>
          </a:p>
          <a:p>
            <a:pPr algn="ctr">
              <a:lnSpc>
                <a:spcPts val="8015"/>
              </a:lnSpc>
            </a:pPr>
            <a:r>
              <a:rPr lang="en-US" sz="6851" spc="239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MANAGER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3081571" y="5133886"/>
            <a:ext cx="983116" cy="5407139"/>
          </a:xfrm>
          <a:custGeom>
            <a:avLst/>
            <a:gdLst/>
            <a:ahLst/>
            <a:cxnLst/>
            <a:rect r="r" b="b" t="t" l="l"/>
            <a:pathLst>
              <a:path h="5407139" w="983116">
                <a:moveTo>
                  <a:pt x="0" y="0"/>
                </a:moveTo>
                <a:lnTo>
                  <a:pt x="983116" y="0"/>
                </a:lnTo>
                <a:lnTo>
                  <a:pt x="983116" y="5407138"/>
                </a:lnTo>
                <a:lnTo>
                  <a:pt x="0" y="54071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3971" y="1043746"/>
            <a:ext cx="5831874" cy="3721796"/>
          </a:xfrm>
          <a:custGeom>
            <a:avLst/>
            <a:gdLst/>
            <a:ahLst/>
            <a:cxnLst/>
            <a:rect r="r" b="b" t="t" l="l"/>
            <a:pathLst>
              <a:path h="3721796" w="5831874">
                <a:moveTo>
                  <a:pt x="0" y="0"/>
                </a:moveTo>
                <a:lnTo>
                  <a:pt x="5831874" y="0"/>
                </a:lnTo>
                <a:lnTo>
                  <a:pt x="5831874" y="3721796"/>
                </a:lnTo>
                <a:lnTo>
                  <a:pt x="0" y="3721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728" y="1162456"/>
            <a:ext cx="17930545" cy="7962087"/>
          </a:xfrm>
          <a:custGeom>
            <a:avLst/>
            <a:gdLst/>
            <a:ahLst/>
            <a:cxnLst/>
            <a:rect r="r" b="b" t="t" l="l"/>
            <a:pathLst>
              <a:path h="7962087" w="17930545">
                <a:moveTo>
                  <a:pt x="0" y="0"/>
                </a:moveTo>
                <a:lnTo>
                  <a:pt x="17930544" y="0"/>
                </a:lnTo>
                <a:lnTo>
                  <a:pt x="17930544" y="7962088"/>
                </a:lnTo>
                <a:lnTo>
                  <a:pt x="0" y="7962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34" t="0" r="-183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05760" y="94476"/>
            <a:ext cx="1882240" cy="1882240"/>
          </a:xfrm>
          <a:custGeom>
            <a:avLst/>
            <a:gdLst/>
            <a:ahLst/>
            <a:cxnLst/>
            <a:rect r="r" b="b" t="t" l="l"/>
            <a:pathLst>
              <a:path h="1882240" w="1882240">
                <a:moveTo>
                  <a:pt x="0" y="0"/>
                </a:moveTo>
                <a:lnTo>
                  <a:pt x="1882240" y="0"/>
                </a:lnTo>
                <a:lnTo>
                  <a:pt x="1882240" y="1882241"/>
                </a:lnTo>
                <a:lnTo>
                  <a:pt x="0" y="1882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2835430" y="6542405"/>
            <a:ext cx="1261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4735637" y="5078506"/>
            <a:ext cx="8816726" cy="116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5"/>
              </a:lnSpc>
            </a:pPr>
            <a:r>
              <a:rPr lang="en-US" sz="7850" spc="274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ADMIN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3971" y="1043746"/>
            <a:ext cx="5831874" cy="3721796"/>
          </a:xfrm>
          <a:custGeom>
            <a:avLst/>
            <a:gdLst/>
            <a:ahLst/>
            <a:cxnLst/>
            <a:rect r="r" b="b" t="t" l="l"/>
            <a:pathLst>
              <a:path h="3721796" w="5831874">
                <a:moveTo>
                  <a:pt x="0" y="0"/>
                </a:moveTo>
                <a:lnTo>
                  <a:pt x="5831874" y="0"/>
                </a:lnTo>
                <a:lnTo>
                  <a:pt x="5831874" y="3721796"/>
                </a:lnTo>
                <a:lnTo>
                  <a:pt x="0" y="37217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3081571" y="5133886"/>
            <a:ext cx="983116" cy="5407139"/>
          </a:xfrm>
          <a:custGeom>
            <a:avLst/>
            <a:gdLst/>
            <a:ahLst/>
            <a:cxnLst/>
            <a:rect r="r" b="b" t="t" l="l"/>
            <a:pathLst>
              <a:path h="5407139" w="983116">
                <a:moveTo>
                  <a:pt x="0" y="0"/>
                </a:moveTo>
                <a:lnTo>
                  <a:pt x="983116" y="0"/>
                </a:lnTo>
                <a:lnTo>
                  <a:pt x="983116" y="5407138"/>
                </a:lnTo>
                <a:lnTo>
                  <a:pt x="0" y="54071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9307" y="412007"/>
            <a:ext cx="17509386" cy="9462986"/>
          </a:xfrm>
          <a:custGeom>
            <a:avLst/>
            <a:gdLst/>
            <a:ahLst/>
            <a:cxnLst/>
            <a:rect r="r" b="b" t="t" l="l"/>
            <a:pathLst>
              <a:path h="9462986" w="17509386">
                <a:moveTo>
                  <a:pt x="0" y="0"/>
                </a:moveTo>
                <a:lnTo>
                  <a:pt x="17509386" y="0"/>
                </a:lnTo>
                <a:lnTo>
                  <a:pt x="17509386" y="9462986"/>
                </a:lnTo>
                <a:lnTo>
                  <a:pt x="0" y="9462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82" t="0" r="-20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05760" y="94476"/>
            <a:ext cx="1882240" cy="1882240"/>
          </a:xfrm>
          <a:custGeom>
            <a:avLst/>
            <a:gdLst/>
            <a:ahLst/>
            <a:cxnLst/>
            <a:rect r="r" b="b" t="t" l="l"/>
            <a:pathLst>
              <a:path h="1882240" w="1882240">
                <a:moveTo>
                  <a:pt x="0" y="0"/>
                </a:moveTo>
                <a:lnTo>
                  <a:pt x="1882240" y="0"/>
                </a:lnTo>
                <a:lnTo>
                  <a:pt x="1882240" y="1882241"/>
                </a:lnTo>
                <a:lnTo>
                  <a:pt x="0" y="1882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53426" y="7497929"/>
            <a:ext cx="3977186" cy="1031651"/>
            <a:chOff x="0" y="0"/>
            <a:chExt cx="1047489" cy="2717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7489" cy="271711"/>
            </a:xfrm>
            <a:custGeom>
              <a:avLst/>
              <a:gdLst/>
              <a:ahLst/>
              <a:cxnLst/>
              <a:rect r="r" b="b" t="t" l="l"/>
              <a:pathLst>
                <a:path h="271711" w="1047489">
                  <a:moveTo>
                    <a:pt x="0" y="0"/>
                  </a:moveTo>
                  <a:lnTo>
                    <a:pt x="1047489" y="0"/>
                  </a:lnTo>
                  <a:lnTo>
                    <a:pt x="1047489" y="271711"/>
                  </a:lnTo>
                  <a:lnTo>
                    <a:pt x="0" y="2717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47489" cy="309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89307" y="5620632"/>
            <a:ext cx="3977186" cy="1105908"/>
            <a:chOff x="0" y="0"/>
            <a:chExt cx="1047489" cy="2912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7489" cy="291268"/>
            </a:xfrm>
            <a:custGeom>
              <a:avLst/>
              <a:gdLst/>
              <a:ahLst/>
              <a:cxnLst/>
              <a:rect r="r" b="b" t="t" l="l"/>
              <a:pathLst>
                <a:path h="291268" w="1047489">
                  <a:moveTo>
                    <a:pt x="0" y="0"/>
                  </a:moveTo>
                  <a:lnTo>
                    <a:pt x="1047489" y="0"/>
                  </a:lnTo>
                  <a:lnTo>
                    <a:pt x="1047489" y="291268"/>
                  </a:lnTo>
                  <a:lnTo>
                    <a:pt x="0" y="29126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47489" cy="329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972252" y="8013754"/>
            <a:ext cx="4381174" cy="1244546"/>
            <a:chOff x="0" y="0"/>
            <a:chExt cx="1153890" cy="3277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3890" cy="327782"/>
            </a:xfrm>
            <a:custGeom>
              <a:avLst/>
              <a:gdLst/>
              <a:ahLst/>
              <a:cxnLst/>
              <a:rect r="r" b="b" t="t" l="l"/>
              <a:pathLst>
                <a:path h="327782" w="1153890">
                  <a:moveTo>
                    <a:pt x="0" y="0"/>
                  </a:moveTo>
                  <a:lnTo>
                    <a:pt x="1153890" y="0"/>
                  </a:lnTo>
                  <a:lnTo>
                    <a:pt x="1153890" y="327782"/>
                  </a:lnTo>
                  <a:lnTo>
                    <a:pt x="0" y="32778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53890" cy="365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641102">
            <a:off x="2114500" y="6070540"/>
            <a:ext cx="3390200" cy="471670"/>
            <a:chOff x="0" y="0"/>
            <a:chExt cx="892892" cy="1242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2892" cy="124226"/>
            </a:xfrm>
            <a:custGeom>
              <a:avLst/>
              <a:gdLst/>
              <a:ahLst/>
              <a:cxnLst/>
              <a:rect r="r" b="b" t="t" l="l"/>
              <a:pathLst>
                <a:path h="124226" w="892892">
                  <a:moveTo>
                    <a:pt x="0" y="0"/>
                  </a:moveTo>
                  <a:lnTo>
                    <a:pt x="892892" y="0"/>
                  </a:lnTo>
                  <a:lnTo>
                    <a:pt x="892892" y="124226"/>
                  </a:lnTo>
                  <a:lnTo>
                    <a:pt x="0" y="12422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92892" cy="162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2093161">
            <a:off x="6833549" y="6991399"/>
            <a:ext cx="3086100" cy="720368"/>
            <a:chOff x="0" y="0"/>
            <a:chExt cx="812800" cy="1897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189727"/>
            </a:xfrm>
            <a:custGeom>
              <a:avLst/>
              <a:gdLst/>
              <a:ahLst/>
              <a:cxnLst/>
              <a:rect r="r" b="b" t="t" l="l"/>
              <a:pathLst>
                <a:path h="18972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9727"/>
                  </a:lnTo>
                  <a:lnTo>
                    <a:pt x="0" y="18972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2800" cy="227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386861" y="4294729"/>
            <a:ext cx="8186268" cy="2035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5"/>
              </a:lnSpc>
            </a:pPr>
            <a:r>
              <a:rPr lang="en-US" sz="6851" spc="239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FILE</a:t>
            </a:r>
          </a:p>
          <a:p>
            <a:pPr algn="ctr">
              <a:lnSpc>
                <a:spcPts val="8015"/>
              </a:lnSpc>
            </a:pPr>
            <a:r>
              <a:rPr lang="en-US" sz="6851" spc="239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MANAGER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3971" y="1043746"/>
            <a:ext cx="5831874" cy="3721796"/>
          </a:xfrm>
          <a:custGeom>
            <a:avLst/>
            <a:gdLst/>
            <a:ahLst/>
            <a:cxnLst/>
            <a:rect r="r" b="b" t="t" l="l"/>
            <a:pathLst>
              <a:path h="3721796" w="5831874">
                <a:moveTo>
                  <a:pt x="0" y="0"/>
                </a:moveTo>
                <a:lnTo>
                  <a:pt x="5831874" y="0"/>
                </a:lnTo>
                <a:lnTo>
                  <a:pt x="5831874" y="3721796"/>
                </a:lnTo>
                <a:lnTo>
                  <a:pt x="0" y="37217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3081571" y="5133886"/>
            <a:ext cx="983116" cy="5407139"/>
          </a:xfrm>
          <a:custGeom>
            <a:avLst/>
            <a:gdLst/>
            <a:ahLst/>
            <a:cxnLst/>
            <a:rect r="r" b="b" t="t" l="l"/>
            <a:pathLst>
              <a:path h="5407139" w="983116">
                <a:moveTo>
                  <a:pt x="0" y="0"/>
                </a:moveTo>
                <a:lnTo>
                  <a:pt x="983116" y="0"/>
                </a:lnTo>
                <a:lnTo>
                  <a:pt x="983116" y="5407138"/>
                </a:lnTo>
                <a:lnTo>
                  <a:pt x="0" y="54071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2835430" y="6690350"/>
            <a:ext cx="1261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8607" y="307658"/>
            <a:ext cx="16750786" cy="9671684"/>
          </a:xfrm>
          <a:custGeom>
            <a:avLst/>
            <a:gdLst/>
            <a:ahLst/>
            <a:cxnLst/>
            <a:rect r="r" b="b" t="t" l="l"/>
            <a:pathLst>
              <a:path h="9671684" w="16750786">
                <a:moveTo>
                  <a:pt x="0" y="0"/>
                </a:moveTo>
                <a:lnTo>
                  <a:pt x="16750786" y="0"/>
                </a:lnTo>
                <a:lnTo>
                  <a:pt x="16750786" y="9671684"/>
                </a:lnTo>
                <a:lnTo>
                  <a:pt x="0" y="9671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28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05760" y="94476"/>
            <a:ext cx="1882240" cy="1882240"/>
          </a:xfrm>
          <a:custGeom>
            <a:avLst/>
            <a:gdLst/>
            <a:ahLst/>
            <a:cxnLst/>
            <a:rect r="r" b="b" t="t" l="l"/>
            <a:pathLst>
              <a:path h="1882240" w="1882240">
                <a:moveTo>
                  <a:pt x="0" y="0"/>
                </a:moveTo>
                <a:lnTo>
                  <a:pt x="1882240" y="0"/>
                </a:lnTo>
                <a:lnTo>
                  <a:pt x="1882240" y="1882241"/>
                </a:lnTo>
                <a:lnTo>
                  <a:pt x="0" y="1882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2835430" y="6690350"/>
            <a:ext cx="1261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4127384" y="5152478"/>
            <a:ext cx="10033231" cy="116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5"/>
              </a:lnSpc>
            </a:pPr>
            <a:r>
              <a:rPr lang="en-US" sz="7850" spc="274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FLIGHT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3971" y="1043746"/>
            <a:ext cx="5831874" cy="3721796"/>
          </a:xfrm>
          <a:custGeom>
            <a:avLst/>
            <a:gdLst/>
            <a:ahLst/>
            <a:cxnLst/>
            <a:rect r="r" b="b" t="t" l="l"/>
            <a:pathLst>
              <a:path h="3721796" w="5831874">
                <a:moveTo>
                  <a:pt x="0" y="0"/>
                </a:moveTo>
                <a:lnTo>
                  <a:pt x="5831874" y="0"/>
                </a:lnTo>
                <a:lnTo>
                  <a:pt x="5831874" y="3721796"/>
                </a:lnTo>
                <a:lnTo>
                  <a:pt x="0" y="37217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3081571" y="5133886"/>
            <a:ext cx="983116" cy="5407139"/>
          </a:xfrm>
          <a:custGeom>
            <a:avLst/>
            <a:gdLst/>
            <a:ahLst/>
            <a:cxnLst/>
            <a:rect r="r" b="b" t="t" l="l"/>
            <a:pathLst>
              <a:path h="5407139" w="983116">
                <a:moveTo>
                  <a:pt x="0" y="0"/>
                </a:moveTo>
                <a:lnTo>
                  <a:pt x="983116" y="0"/>
                </a:lnTo>
                <a:lnTo>
                  <a:pt x="983116" y="5407138"/>
                </a:lnTo>
                <a:lnTo>
                  <a:pt x="0" y="54071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0333" y="365919"/>
            <a:ext cx="17732326" cy="9579369"/>
          </a:xfrm>
          <a:custGeom>
            <a:avLst/>
            <a:gdLst/>
            <a:ahLst/>
            <a:cxnLst/>
            <a:rect r="r" b="b" t="t" l="l"/>
            <a:pathLst>
              <a:path h="9579369" w="17732326">
                <a:moveTo>
                  <a:pt x="0" y="0"/>
                </a:moveTo>
                <a:lnTo>
                  <a:pt x="17732326" y="0"/>
                </a:lnTo>
                <a:lnTo>
                  <a:pt x="17732326" y="9579370"/>
                </a:lnTo>
                <a:lnTo>
                  <a:pt x="0" y="95793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75" t="0" r="-89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05760" y="94476"/>
            <a:ext cx="1882240" cy="1882240"/>
          </a:xfrm>
          <a:custGeom>
            <a:avLst/>
            <a:gdLst/>
            <a:ahLst/>
            <a:cxnLst/>
            <a:rect r="r" b="b" t="t" l="l"/>
            <a:pathLst>
              <a:path h="1882240" w="1882240">
                <a:moveTo>
                  <a:pt x="0" y="0"/>
                </a:moveTo>
                <a:lnTo>
                  <a:pt x="1882240" y="0"/>
                </a:lnTo>
                <a:lnTo>
                  <a:pt x="1882240" y="1882241"/>
                </a:lnTo>
                <a:lnTo>
                  <a:pt x="0" y="1882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2835430" y="6690350"/>
            <a:ext cx="1261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3069343" y="5152478"/>
            <a:ext cx="12149314" cy="116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5"/>
              </a:lnSpc>
            </a:pPr>
            <a:r>
              <a:rPr lang="en-US" sz="7850" spc="274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LUGGAGE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3971" y="1043746"/>
            <a:ext cx="5831874" cy="3721796"/>
          </a:xfrm>
          <a:custGeom>
            <a:avLst/>
            <a:gdLst/>
            <a:ahLst/>
            <a:cxnLst/>
            <a:rect r="r" b="b" t="t" l="l"/>
            <a:pathLst>
              <a:path h="3721796" w="5831874">
                <a:moveTo>
                  <a:pt x="0" y="0"/>
                </a:moveTo>
                <a:lnTo>
                  <a:pt x="5831874" y="0"/>
                </a:lnTo>
                <a:lnTo>
                  <a:pt x="5831874" y="3721796"/>
                </a:lnTo>
                <a:lnTo>
                  <a:pt x="0" y="37217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3081571" y="5133886"/>
            <a:ext cx="983116" cy="5407139"/>
          </a:xfrm>
          <a:custGeom>
            <a:avLst/>
            <a:gdLst/>
            <a:ahLst/>
            <a:cxnLst/>
            <a:rect r="r" b="b" t="t" l="l"/>
            <a:pathLst>
              <a:path h="5407139" w="983116">
                <a:moveTo>
                  <a:pt x="0" y="0"/>
                </a:moveTo>
                <a:lnTo>
                  <a:pt x="983116" y="0"/>
                </a:lnTo>
                <a:lnTo>
                  <a:pt x="983116" y="5407138"/>
                </a:lnTo>
                <a:lnTo>
                  <a:pt x="0" y="54071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607520"/>
            <a:ext cx="16318180" cy="8437645"/>
          </a:xfrm>
          <a:custGeom>
            <a:avLst/>
            <a:gdLst/>
            <a:ahLst/>
            <a:cxnLst/>
            <a:rect r="r" b="b" t="t" l="l"/>
            <a:pathLst>
              <a:path h="8437645" w="16318180">
                <a:moveTo>
                  <a:pt x="0" y="0"/>
                </a:moveTo>
                <a:lnTo>
                  <a:pt x="16318180" y="0"/>
                </a:lnTo>
                <a:lnTo>
                  <a:pt x="16318180" y="8437645"/>
                </a:lnTo>
                <a:lnTo>
                  <a:pt x="0" y="84376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32" t="0" r="-199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05760" y="94476"/>
            <a:ext cx="1882240" cy="1882240"/>
          </a:xfrm>
          <a:custGeom>
            <a:avLst/>
            <a:gdLst/>
            <a:ahLst/>
            <a:cxnLst/>
            <a:rect r="r" b="b" t="t" l="l"/>
            <a:pathLst>
              <a:path h="1882240" w="1882240">
                <a:moveTo>
                  <a:pt x="0" y="0"/>
                </a:moveTo>
                <a:lnTo>
                  <a:pt x="1882240" y="0"/>
                </a:lnTo>
                <a:lnTo>
                  <a:pt x="1882240" y="1882241"/>
                </a:lnTo>
                <a:lnTo>
                  <a:pt x="0" y="1882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2835430" y="6690350"/>
            <a:ext cx="1261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009460" y="5153025"/>
            <a:ext cx="14269080" cy="102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5"/>
              </a:lnSpc>
            </a:pPr>
            <a:r>
              <a:rPr lang="en-US" sz="6851" spc="239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PASSENGER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3971" y="1043746"/>
            <a:ext cx="5831874" cy="3721796"/>
          </a:xfrm>
          <a:custGeom>
            <a:avLst/>
            <a:gdLst/>
            <a:ahLst/>
            <a:cxnLst/>
            <a:rect r="r" b="b" t="t" l="l"/>
            <a:pathLst>
              <a:path h="3721796" w="5831874">
                <a:moveTo>
                  <a:pt x="0" y="0"/>
                </a:moveTo>
                <a:lnTo>
                  <a:pt x="5831874" y="0"/>
                </a:lnTo>
                <a:lnTo>
                  <a:pt x="5831874" y="3721796"/>
                </a:lnTo>
                <a:lnTo>
                  <a:pt x="0" y="37217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3081571" y="5133886"/>
            <a:ext cx="983116" cy="5407139"/>
          </a:xfrm>
          <a:custGeom>
            <a:avLst/>
            <a:gdLst/>
            <a:ahLst/>
            <a:cxnLst/>
            <a:rect r="r" b="b" t="t" l="l"/>
            <a:pathLst>
              <a:path h="5407139" w="983116">
                <a:moveTo>
                  <a:pt x="0" y="0"/>
                </a:moveTo>
                <a:lnTo>
                  <a:pt x="983116" y="0"/>
                </a:lnTo>
                <a:lnTo>
                  <a:pt x="983116" y="5407138"/>
                </a:lnTo>
                <a:lnTo>
                  <a:pt x="0" y="54071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4788" y="1059180"/>
            <a:ext cx="17778424" cy="8168640"/>
          </a:xfrm>
          <a:custGeom>
            <a:avLst/>
            <a:gdLst/>
            <a:ahLst/>
            <a:cxnLst/>
            <a:rect r="r" b="b" t="t" l="l"/>
            <a:pathLst>
              <a:path h="8168640" w="17778424">
                <a:moveTo>
                  <a:pt x="0" y="0"/>
                </a:moveTo>
                <a:lnTo>
                  <a:pt x="17778424" y="0"/>
                </a:lnTo>
                <a:lnTo>
                  <a:pt x="17778424" y="8168640"/>
                </a:lnTo>
                <a:lnTo>
                  <a:pt x="0" y="81686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33" t="0" r="-143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22797" y="76578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4"/>
                </a:lnTo>
                <a:lnTo>
                  <a:pt x="0" y="19652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2835430" y="6690350"/>
            <a:ext cx="1261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896477" y="5351618"/>
            <a:ext cx="14495047" cy="102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5"/>
              </a:lnSpc>
            </a:pPr>
            <a:r>
              <a:rPr lang="en-US" sz="6851" spc="239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SUPER ADMIN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3971" y="1043746"/>
            <a:ext cx="5831874" cy="3721796"/>
          </a:xfrm>
          <a:custGeom>
            <a:avLst/>
            <a:gdLst/>
            <a:ahLst/>
            <a:cxnLst/>
            <a:rect r="r" b="b" t="t" l="l"/>
            <a:pathLst>
              <a:path h="3721796" w="5831874">
                <a:moveTo>
                  <a:pt x="0" y="0"/>
                </a:moveTo>
                <a:lnTo>
                  <a:pt x="5831874" y="0"/>
                </a:lnTo>
                <a:lnTo>
                  <a:pt x="5831874" y="3721796"/>
                </a:lnTo>
                <a:lnTo>
                  <a:pt x="0" y="37217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3081571" y="5133886"/>
            <a:ext cx="983116" cy="5407139"/>
          </a:xfrm>
          <a:custGeom>
            <a:avLst/>
            <a:gdLst/>
            <a:ahLst/>
            <a:cxnLst/>
            <a:rect r="r" b="b" t="t" l="l"/>
            <a:pathLst>
              <a:path h="5407139" w="983116">
                <a:moveTo>
                  <a:pt x="0" y="0"/>
                </a:moveTo>
                <a:lnTo>
                  <a:pt x="983116" y="0"/>
                </a:lnTo>
                <a:lnTo>
                  <a:pt x="983116" y="5407138"/>
                </a:lnTo>
                <a:lnTo>
                  <a:pt x="0" y="54071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4984" y="704717"/>
            <a:ext cx="17778031" cy="8877565"/>
          </a:xfrm>
          <a:custGeom>
            <a:avLst/>
            <a:gdLst/>
            <a:ahLst/>
            <a:cxnLst/>
            <a:rect r="r" b="b" t="t" l="l"/>
            <a:pathLst>
              <a:path h="8877565" w="17778031">
                <a:moveTo>
                  <a:pt x="0" y="0"/>
                </a:moveTo>
                <a:lnTo>
                  <a:pt x="17778032" y="0"/>
                </a:lnTo>
                <a:lnTo>
                  <a:pt x="17778032" y="8877566"/>
                </a:lnTo>
                <a:lnTo>
                  <a:pt x="0" y="887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33" t="0" r="-214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76698" y="46098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4" y="0"/>
                </a:lnTo>
                <a:lnTo>
                  <a:pt x="1965204" y="1965204"/>
                </a:lnTo>
                <a:lnTo>
                  <a:pt x="0" y="19652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2835430" y="6690350"/>
            <a:ext cx="1261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4127384" y="5152478"/>
            <a:ext cx="10033231" cy="116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5"/>
              </a:lnSpc>
            </a:pPr>
            <a:r>
              <a:rPr lang="en-US" sz="7850" spc="274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TICKET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3971" y="1043746"/>
            <a:ext cx="5831874" cy="3721796"/>
          </a:xfrm>
          <a:custGeom>
            <a:avLst/>
            <a:gdLst/>
            <a:ahLst/>
            <a:cxnLst/>
            <a:rect r="r" b="b" t="t" l="l"/>
            <a:pathLst>
              <a:path h="3721796" w="5831874">
                <a:moveTo>
                  <a:pt x="0" y="0"/>
                </a:moveTo>
                <a:lnTo>
                  <a:pt x="5831874" y="0"/>
                </a:lnTo>
                <a:lnTo>
                  <a:pt x="5831874" y="3721796"/>
                </a:lnTo>
                <a:lnTo>
                  <a:pt x="0" y="37217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3081571" y="5133886"/>
            <a:ext cx="983116" cy="5407139"/>
          </a:xfrm>
          <a:custGeom>
            <a:avLst/>
            <a:gdLst/>
            <a:ahLst/>
            <a:cxnLst/>
            <a:rect r="r" b="b" t="t" l="l"/>
            <a:pathLst>
              <a:path h="5407139" w="983116">
                <a:moveTo>
                  <a:pt x="0" y="0"/>
                </a:moveTo>
                <a:lnTo>
                  <a:pt x="983116" y="0"/>
                </a:lnTo>
                <a:lnTo>
                  <a:pt x="983116" y="5407138"/>
                </a:lnTo>
                <a:lnTo>
                  <a:pt x="0" y="54071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8485" y="1028700"/>
            <a:ext cx="17651030" cy="8819960"/>
          </a:xfrm>
          <a:custGeom>
            <a:avLst/>
            <a:gdLst/>
            <a:ahLst/>
            <a:cxnLst/>
            <a:rect r="r" b="b" t="t" l="l"/>
            <a:pathLst>
              <a:path h="8819960" w="17651030">
                <a:moveTo>
                  <a:pt x="0" y="0"/>
                </a:moveTo>
                <a:lnTo>
                  <a:pt x="17651030" y="0"/>
                </a:lnTo>
                <a:lnTo>
                  <a:pt x="17651030" y="8819960"/>
                </a:lnTo>
                <a:lnTo>
                  <a:pt x="0" y="8819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4" t="0" r="-18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76698" y="46098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4" y="0"/>
                </a:lnTo>
                <a:lnTo>
                  <a:pt x="1965204" y="1965204"/>
                </a:lnTo>
                <a:lnTo>
                  <a:pt x="0" y="19652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325310" cy="8229600"/>
            <a:chOff x="0" y="0"/>
            <a:chExt cx="4299670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99670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99670">
                  <a:moveTo>
                    <a:pt x="24186" y="0"/>
                  </a:moveTo>
                  <a:lnTo>
                    <a:pt x="4275484" y="0"/>
                  </a:lnTo>
                  <a:cubicBezTo>
                    <a:pt x="4288842" y="0"/>
                    <a:pt x="4299670" y="10828"/>
                    <a:pt x="4299670" y="24186"/>
                  </a:cubicBezTo>
                  <a:lnTo>
                    <a:pt x="4299670" y="2143281"/>
                  </a:lnTo>
                  <a:cubicBezTo>
                    <a:pt x="4299670" y="2156639"/>
                    <a:pt x="4288842" y="2167467"/>
                    <a:pt x="4275484" y="2167467"/>
                  </a:cubicBezTo>
                  <a:lnTo>
                    <a:pt x="24186" y="2167467"/>
                  </a:lnTo>
                  <a:cubicBezTo>
                    <a:pt x="10828" y="2167467"/>
                    <a:pt x="0" y="2156639"/>
                    <a:pt x="0" y="2143281"/>
                  </a:cubicBezTo>
                  <a:lnTo>
                    <a:pt x="0" y="24186"/>
                  </a:lnTo>
                  <a:cubicBezTo>
                    <a:pt x="0" y="10828"/>
                    <a:pt x="10828" y="0"/>
                    <a:pt x="24186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99670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2835430" y="6690350"/>
            <a:ext cx="1261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5879051" y="5152478"/>
            <a:ext cx="6529897" cy="116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5"/>
              </a:lnSpc>
            </a:pPr>
            <a:r>
              <a:rPr lang="en-US" sz="7850" spc="274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GUI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3971" y="1043746"/>
            <a:ext cx="5831874" cy="3721796"/>
          </a:xfrm>
          <a:custGeom>
            <a:avLst/>
            <a:gdLst/>
            <a:ahLst/>
            <a:cxnLst/>
            <a:rect r="r" b="b" t="t" l="l"/>
            <a:pathLst>
              <a:path h="3721796" w="5831874">
                <a:moveTo>
                  <a:pt x="0" y="0"/>
                </a:moveTo>
                <a:lnTo>
                  <a:pt x="5831874" y="0"/>
                </a:lnTo>
                <a:lnTo>
                  <a:pt x="5831874" y="3721796"/>
                </a:lnTo>
                <a:lnTo>
                  <a:pt x="0" y="37217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3081571" y="5133886"/>
            <a:ext cx="983116" cy="5407139"/>
          </a:xfrm>
          <a:custGeom>
            <a:avLst/>
            <a:gdLst/>
            <a:ahLst/>
            <a:cxnLst/>
            <a:rect r="r" b="b" t="t" l="l"/>
            <a:pathLst>
              <a:path h="5407139" w="983116">
                <a:moveTo>
                  <a:pt x="0" y="0"/>
                </a:moveTo>
                <a:lnTo>
                  <a:pt x="983116" y="0"/>
                </a:lnTo>
                <a:lnTo>
                  <a:pt x="983116" y="5407138"/>
                </a:lnTo>
                <a:lnTo>
                  <a:pt x="0" y="54071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4022" y="244137"/>
            <a:ext cx="17419956" cy="9798725"/>
          </a:xfrm>
          <a:custGeom>
            <a:avLst/>
            <a:gdLst/>
            <a:ahLst/>
            <a:cxnLst/>
            <a:rect r="r" b="b" t="t" l="l"/>
            <a:pathLst>
              <a:path h="9798725" w="17419956">
                <a:moveTo>
                  <a:pt x="0" y="0"/>
                </a:moveTo>
                <a:lnTo>
                  <a:pt x="17419956" y="0"/>
                </a:lnTo>
                <a:lnTo>
                  <a:pt x="17419956" y="9798726"/>
                </a:lnTo>
                <a:lnTo>
                  <a:pt x="0" y="97987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49519" y="1704027"/>
            <a:ext cx="8295437" cy="1304922"/>
            <a:chOff x="0" y="0"/>
            <a:chExt cx="2184806" cy="3436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4806" cy="343683"/>
            </a:xfrm>
            <a:custGeom>
              <a:avLst/>
              <a:gdLst/>
              <a:ahLst/>
              <a:cxnLst/>
              <a:rect r="r" b="b" t="t" l="l"/>
              <a:pathLst>
                <a:path h="343683" w="2184806">
                  <a:moveTo>
                    <a:pt x="0" y="0"/>
                  </a:moveTo>
                  <a:lnTo>
                    <a:pt x="2184806" y="0"/>
                  </a:lnTo>
                  <a:lnTo>
                    <a:pt x="2184806" y="343683"/>
                  </a:lnTo>
                  <a:lnTo>
                    <a:pt x="0" y="3436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184806" cy="448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99"/>
                </a:lnSpc>
              </a:pPr>
              <a:r>
                <a:rPr lang="en-US" sz="5999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CHALLENGES FACED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12098969" y="5812727"/>
            <a:ext cx="983116" cy="5407139"/>
          </a:xfrm>
          <a:custGeom>
            <a:avLst/>
            <a:gdLst/>
            <a:ahLst/>
            <a:cxnLst/>
            <a:rect r="r" b="b" t="t" l="l"/>
            <a:pathLst>
              <a:path h="5407139" w="983116">
                <a:moveTo>
                  <a:pt x="0" y="0"/>
                </a:moveTo>
                <a:lnTo>
                  <a:pt x="983116" y="0"/>
                </a:lnTo>
                <a:lnTo>
                  <a:pt x="983116" y="5407139"/>
                </a:lnTo>
                <a:lnTo>
                  <a:pt x="0" y="5407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2172966" y="7634213"/>
            <a:ext cx="1261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949519" y="3477787"/>
            <a:ext cx="7848542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spc="1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 CHALLENGES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902886" y="4455052"/>
            <a:ext cx="14482228" cy="2934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5" indent="-323852" lvl="1">
              <a:lnSpc>
                <a:spcPts val="201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MANAGING RELATIONSHI</a:t>
            </a:r>
            <a:r>
              <a:rPr lang="en-US" sz="3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ps </a:t>
            </a:r>
            <a:r>
              <a:rPr lang="en-US" sz="3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BETWEEN CLASSES</a:t>
            </a:r>
          </a:p>
          <a:p>
            <a:pPr algn="l" marL="647705" indent="-323852" lvl="1">
              <a:lnSpc>
                <a:spcPts val="7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SEAT ALLOCATION LOGIC</a:t>
            </a:r>
          </a:p>
          <a:p>
            <a:pPr algn="l" marL="647705" indent="-323852" lvl="1">
              <a:lnSpc>
                <a:spcPts val="243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</a:t>
            </a:r>
            <a:r>
              <a:rPr lang="en-US" sz="3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EVENTING INVALID BOOKINGS</a:t>
            </a:r>
          </a:p>
          <a:p>
            <a:pPr algn="l" marL="647705" indent="-323852" lvl="1">
              <a:lnSpc>
                <a:spcPts val="7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MAINTAINING CLEAN OOP ARCHITECTURE</a:t>
            </a:r>
          </a:p>
          <a:p>
            <a:pPr algn="l" marL="647705" indent="-323852" lvl="1">
              <a:lnSpc>
                <a:spcPts val="1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H</a:t>
            </a:r>
            <a:r>
              <a:rPr lang="en-US" sz="3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ANDLING MEMORY SAFELY USING POINTERS</a:t>
            </a:r>
          </a:p>
          <a:p>
            <a:pPr algn="l">
              <a:lnSpc>
                <a:spcPts val="2691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577722" y="7951149"/>
            <a:ext cx="2838641" cy="1130295"/>
          </a:xfrm>
          <a:custGeom>
            <a:avLst/>
            <a:gdLst/>
            <a:ahLst/>
            <a:cxnLst/>
            <a:rect r="r" b="b" t="t" l="l"/>
            <a:pathLst>
              <a:path h="1130295" w="2838641">
                <a:moveTo>
                  <a:pt x="0" y="0"/>
                </a:moveTo>
                <a:lnTo>
                  <a:pt x="2838641" y="0"/>
                </a:lnTo>
                <a:lnTo>
                  <a:pt x="2838641" y="1130295"/>
                </a:lnTo>
                <a:lnTo>
                  <a:pt x="0" y="11302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3711469" y="5772861"/>
            <a:ext cx="983116" cy="5407139"/>
          </a:xfrm>
          <a:custGeom>
            <a:avLst/>
            <a:gdLst/>
            <a:ahLst/>
            <a:cxnLst/>
            <a:rect r="r" b="b" t="t" l="l"/>
            <a:pathLst>
              <a:path h="5407139" w="983116">
                <a:moveTo>
                  <a:pt x="0" y="0"/>
                </a:moveTo>
                <a:lnTo>
                  <a:pt x="983116" y="0"/>
                </a:lnTo>
                <a:lnTo>
                  <a:pt x="983116" y="5407138"/>
                </a:lnTo>
                <a:lnTo>
                  <a:pt x="0" y="5407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06133" y="1461200"/>
            <a:ext cx="2838641" cy="1130295"/>
          </a:xfrm>
          <a:custGeom>
            <a:avLst/>
            <a:gdLst/>
            <a:ahLst/>
            <a:cxnLst/>
            <a:rect r="r" b="b" t="t" l="l"/>
            <a:pathLst>
              <a:path h="1130295" w="2838641">
                <a:moveTo>
                  <a:pt x="0" y="0"/>
                </a:moveTo>
                <a:lnTo>
                  <a:pt x="2838641" y="0"/>
                </a:lnTo>
                <a:lnTo>
                  <a:pt x="2838641" y="1130295"/>
                </a:lnTo>
                <a:lnTo>
                  <a:pt x="0" y="11302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2006133" y="3973710"/>
            <a:ext cx="7077542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006133" y="2848813"/>
            <a:ext cx="9493325" cy="1143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5"/>
              </a:lnSpc>
            </a:pPr>
            <a:r>
              <a:rPr lang="en-US" sz="774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BONUS FEATURES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32702" y="5263328"/>
            <a:ext cx="11078693" cy="215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GUI</a:t>
            </a:r>
          </a:p>
          <a:p>
            <a:pPr algn="ctr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ERR</a:t>
            </a: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OR HANDLING</a:t>
            </a:r>
          </a:p>
          <a:p>
            <a:pPr algn="ctr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A</a:t>
            </a: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DMIN AUTHENTICATION </a:t>
            </a:r>
          </a:p>
          <a:p>
            <a:pPr algn="ctr" marL="669288" indent="-334644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EXTRA FEATURES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06133" y="4259460"/>
            <a:ext cx="9234432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BONUS FEATURES IMPLEMENTED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628478" y="4996695"/>
            <a:ext cx="13001210" cy="2793417"/>
            <a:chOff x="0" y="0"/>
            <a:chExt cx="3424187" cy="7357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24187" cy="735715"/>
            </a:xfrm>
            <a:custGeom>
              <a:avLst/>
              <a:gdLst/>
              <a:ahLst/>
              <a:cxnLst/>
              <a:rect r="r" b="b" t="t" l="l"/>
              <a:pathLst>
                <a:path h="735715" w="3424187">
                  <a:moveTo>
                    <a:pt x="10123" y="0"/>
                  </a:moveTo>
                  <a:lnTo>
                    <a:pt x="3414064" y="0"/>
                  </a:lnTo>
                  <a:cubicBezTo>
                    <a:pt x="3419655" y="0"/>
                    <a:pt x="3424187" y="4532"/>
                    <a:pt x="3424187" y="10123"/>
                  </a:cubicBezTo>
                  <a:lnTo>
                    <a:pt x="3424187" y="725592"/>
                  </a:lnTo>
                  <a:cubicBezTo>
                    <a:pt x="3424187" y="731183"/>
                    <a:pt x="3419655" y="735715"/>
                    <a:pt x="3414064" y="735715"/>
                  </a:cubicBezTo>
                  <a:lnTo>
                    <a:pt x="10123" y="735715"/>
                  </a:lnTo>
                  <a:cubicBezTo>
                    <a:pt x="4532" y="735715"/>
                    <a:pt x="0" y="731183"/>
                    <a:pt x="0" y="725592"/>
                  </a:cubicBezTo>
                  <a:lnTo>
                    <a:pt x="0" y="10123"/>
                  </a:lnTo>
                  <a:cubicBezTo>
                    <a:pt x="0" y="4532"/>
                    <a:pt x="4532" y="0"/>
                    <a:pt x="10123" y="0"/>
                  </a:cubicBez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3424187" cy="783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>
              <a:hlinkClick r:id="rId2" tooltip="https://drive.google.com/drive/folders/1P3YCZdAE_9JypVkUHfl-80hy2Ycfh4ni?usp=sharing"/>
            </p:cNvPr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3758350" y="5532023"/>
            <a:ext cx="983116" cy="5407139"/>
          </a:xfrm>
          <a:custGeom>
            <a:avLst/>
            <a:gdLst/>
            <a:ahLst/>
            <a:cxnLst/>
            <a:rect r="r" b="b" t="t" l="l"/>
            <a:pathLst>
              <a:path h="5407139" w="983116">
                <a:moveTo>
                  <a:pt x="0" y="0"/>
                </a:moveTo>
                <a:lnTo>
                  <a:pt x="983116" y="0"/>
                </a:lnTo>
                <a:lnTo>
                  <a:pt x="983116" y="5407139"/>
                </a:lnTo>
                <a:lnTo>
                  <a:pt x="0" y="54071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38057" y="7596855"/>
            <a:ext cx="2838641" cy="1130295"/>
          </a:xfrm>
          <a:custGeom>
            <a:avLst/>
            <a:gdLst/>
            <a:ahLst/>
            <a:cxnLst/>
            <a:rect r="r" b="b" t="t" l="l"/>
            <a:pathLst>
              <a:path h="1130295" w="2838641">
                <a:moveTo>
                  <a:pt x="0" y="0"/>
                </a:moveTo>
                <a:lnTo>
                  <a:pt x="2838641" y="0"/>
                </a:lnTo>
                <a:lnTo>
                  <a:pt x="2838641" y="1130295"/>
                </a:lnTo>
                <a:lnTo>
                  <a:pt x="0" y="11302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31696" y="1100358"/>
            <a:ext cx="4937205" cy="3150834"/>
          </a:xfrm>
          <a:custGeom>
            <a:avLst/>
            <a:gdLst/>
            <a:ahLst/>
            <a:cxnLst/>
            <a:rect r="r" b="b" t="t" l="l"/>
            <a:pathLst>
              <a:path h="3150834" w="4937205">
                <a:moveTo>
                  <a:pt x="0" y="0"/>
                </a:moveTo>
                <a:lnTo>
                  <a:pt x="4937205" y="0"/>
                </a:lnTo>
                <a:lnTo>
                  <a:pt x="4937205" y="3150834"/>
                </a:lnTo>
                <a:lnTo>
                  <a:pt x="0" y="31508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2835430" y="6690350"/>
            <a:ext cx="1261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387223" y="2955114"/>
            <a:ext cx="4233439" cy="4233439"/>
          </a:xfrm>
          <a:custGeom>
            <a:avLst/>
            <a:gdLst/>
            <a:ahLst/>
            <a:cxnLst/>
            <a:rect r="r" b="b" t="t" l="l"/>
            <a:pathLst>
              <a:path h="4233439" w="4233439">
                <a:moveTo>
                  <a:pt x="0" y="0"/>
                </a:moveTo>
                <a:lnTo>
                  <a:pt x="4233439" y="0"/>
                </a:lnTo>
                <a:lnTo>
                  <a:pt x="4233439" y="4233439"/>
                </a:lnTo>
                <a:lnTo>
                  <a:pt x="0" y="42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16273" y="4794117"/>
            <a:ext cx="10299145" cy="135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03"/>
              </a:lnSpc>
            </a:pPr>
            <a:r>
              <a:rPr lang="en-US" sz="9148" u="sng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  <a:hlinkClick r:id="rId14" tooltip="https://drive.google.com/drive/folders/1P3YCZdAE_9JypVkUHfl-80hy2Ycfh4ni?usp=sharing"/>
              </a:rPr>
              <a:t>REFERENCES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4696785" y="4333762"/>
            <a:ext cx="983116" cy="5407139"/>
          </a:xfrm>
          <a:custGeom>
            <a:avLst/>
            <a:gdLst/>
            <a:ahLst/>
            <a:cxnLst/>
            <a:rect r="r" b="b" t="t" l="l"/>
            <a:pathLst>
              <a:path h="5407139" w="983116">
                <a:moveTo>
                  <a:pt x="0" y="0"/>
                </a:moveTo>
                <a:lnTo>
                  <a:pt x="983116" y="0"/>
                </a:lnTo>
                <a:lnTo>
                  <a:pt x="983116" y="5407139"/>
                </a:lnTo>
                <a:lnTo>
                  <a:pt x="0" y="5407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38057" y="6963742"/>
            <a:ext cx="2838641" cy="1130295"/>
          </a:xfrm>
          <a:custGeom>
            <a:avLst/>
            <a:gdLst/>
            <a:ahLst/>
            <a:cxnLst/>
            <a:rect r="r" b="b" t="t" l="l"/>
            <a:pathLst>
              <a:path h="1130295" w="2838641">
                <a:moveTo>
                  <a:pt x="0" y="0"/>
                </a:moveTo>
                <a:lnTo>
                  <a:pt x="2838641" y="0"/>
                </a:lnTo>
                <a:lnTo>
                  <a:pt x="2838641" y="1130295"/>
                </a:lnTo>
                <a:lnTo>
                  <a:pt x="0" y="11302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H="true" flipV="true">
            <a:off x="12965957" y="3008949"/>
            <a:ext cx="0" cy="46465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213761" y="4052593"/>
            <a:ext cx="10280095" cy="2229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0"/>
              </a:lnSpc>
            </a:pPr>
            <a:r>
              <a:rPr lang="en-US" sz="755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 FOR TRAVELING WITH US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294097" y="1043746"/>
            <a:ext cx="1965203" cy="1965203"/>
          </a:xfrm>
          <a:custGeom>
            <a:avLst/>
            <a:gdLst/>
            <a:ahLst/>
            <a:cxnLst/>
            <a:rect r="r" b="b" t="t" l="l"/>
            <a:pathLst>
              <a:path h="1965203" w="1965203">
                <a:moveTo>
                  <a:pt x="0" y="0"/>
                </a:moveTo>
                <a:lnTo>
                  <a:pt x="1965203" y="0"/>
                </a:lnTo>
                <a:lnTo>
                  <a:pt x="1965203" y="1965203"/>
                </a:lnTo>
                <a:lnTo>
                  <a:pt x="0" y="19652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782429" y="1043746"/>
            <a:ext cx="1847258" cy="1799278"/>
          </a:xfrm>
          <a:custGeom>
            <a:avLst/>
            <a:gdLst/>
            <a:ahLst/>
            <a:cxnLst/>
            <a:rect r="r" b="b" t="t" l="l"/>
            <a:pathLst>
              <a:path h="1799278" w="1847258">
                <a:moveTo>
                  <a:pt x="0" y="0"/>
                </a:moveTo>
                <a:lnTo>
                  <a:pt x="1847259" y="0"/>
                </a:lnTo>
                <a:lnTo>
                  <a:pt x="1847259" y="1799278"/>
                </a:lnTo>
                <a:lnTo>
                  <a:pt x="0" y="17992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484773" y="1943385"/>
            <a:ext cx="4616805" cy="1452195"/>
          </a:xfrm>
          <a:custGeom>
            <a:avLst/>
            <a:gdLst/>
            <a:ahLst/>
            <a:cxnLst/>
            <a:rect r="r" b="b" t="t" l="l"/>
            <a:pathLst>
              <a:path h="1452195" w="4616805">
                <a:moveTo>
                  <a:pt x="0" y="0"/>
                </a:moveTo>
                <a:lnTo>
                  <a:pt x="4616805" y="0"/>
                </a:lnTo>
                <a:lnTo>
                  <a:pt x="4616805" y="1452195"/>
                </a:lnTo>
                <a:lnTo>
                  <a:pt x="0" y="14521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12481399" y="1245782"/>
            <a:ext cx="1206854" cy="1395207"/>
          </a:xfrm>
          <a:custGeom>
            <a:avLst/>
            <a:gdLst/>
            <a:ahLst/>
            <a:cxnLst/>
            <a:rect r="r" b="b" t="t" l="l"/>
            <a:pathLst>
              <a:path h="1395207" w="1206854">
                <a:moveTo>
                  <a:pt x="0" y="0"/>
                </a:moveTo>
                <a:lnTo>
                  <a:pt x="1206854" y="0"/>
                </a:lnTo>
                <a:lnTo>
                  <a:pt x="1206854" y="1395206"/>
                </a:lnTo>
                <a:lnTo>
                  <a:pt x="0" y="13952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DAHJAbvOelE</dc:identifier>
  <dcterms:modified xsi:type="dcterms:W3CDTF">2011-08-01T06:04:30Z</dcterms:modified>
  <cp:revision>1</cp:revision>
  <dc:title>airline reservation system</dc:title>
</cp:coreProperties>
</file>